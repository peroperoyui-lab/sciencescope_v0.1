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1.svg" ContentType="image/svg+xml"/>
  <Override PartName="/ppt/media/image13.svg" ContentType="image/svg+xml"/>
  <Override PartName="/ppt/media/image3.svg" ContentType="image/svg+xml"/>
  <Override PartName="/ppt/media/image5.svg" ContentType="image/svg+xml"/>
  <Override PartName="/ppt/media/image7.svg" ContentType="image/svg+xml"/>
  <Override PartName="/ppt/media/image9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63" r:id="rId4"/>
    <p:sldId id="257" r:id="rId5"/>
    <p:sldId id="259" r:id="rId6"/>
    <p:sldId id="260" r:id="rId7"/>
    <p:sldId id="258" r:id="rId8"/>
    <p:sldId id="261" r:id="rId9"/>
    <p:sldId id="262" r:id="rId10"/>
  </p:sldIdLst>
  <p:sldSz cx="12192000" cy="6858000"/>
  <p:notesSz cx="6858000" cy="9144000"/>
  <p:custDataLst>
    <p:tags r:id="rId1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96" userDrawn="1">
          <p15:clr>
            <a:srgbClr val="A4A3A4"/>
          </p15:clr>
        </p15:guide>
        <p15:guide id="2" pos="372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096"/>
        <p:guide pos="3726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gs" Target="tags/tag86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6.png"/><Relationship Id="rId8" Type="http://schemas.openxmlformats.org/officeDocument/2006/relationships/tags" Target="../tags/tag65.xml"/><Relationship Id="rId7" Type="http://schemas.openxmlformats.org/officeDocument/2006/relationships/image" Target="../media/image5.svg"/><Relationship Id="rId6" Type="http://schemas.openxmlformats.org/officeDocument/2006/relationships/image" Target="../media/image4.png"/><Relationship Id="rId5" Type="http://schemas.openxmlformats.org/officeDocument/2006/relationships/tags" Target="../tags/tag64.xml"/><Relationship Id="rId4" Type="http://schemas.openxmlformats.org/officeDocument/2006/relationships/image" Target="../media/image3.svg"/><Relationship Id="rId3" Type="http://schemas.openxmlformats.org/officeDocument/2006/relationships/image" Target="../media/image2.png"/><Relationship Id="rId2" Type="http://schemas.openxmlformats.org/officeDocument/2006/relationships/tags" Target="../tags/tag63.xml"/><Relationship Id="rId18" Type="http://schemas.openxmlformats.org/officeDocument/2006/relationships/slideLayout" Target="../slideLayouts/slideLayout1.xml"/><Relationship Id="rId17" Type="http://schemas.openxmlformats.org/officeDocument/2006/relationships/tags" Target="../tags/tag68.xml"/><Relationship Id="rId16" Type="http://schemas.openxmlformats.org/officeDocument/2006/relationships/image" Target="../media/image11.svg"/><Relationship Id="rId15" Type="http://schemas.openxmlformats.org/officeDocument/2006/relationships/image" Target="../media/image10.png"/><Relationship Id="rId14" Type="http://schemas.openxmlformats.org/officeDocument/2006/relationships/tags" Target="../tags/tag67.xml"/><Relationship Id="rId13" Type="http://schemas.openxmlformats.org/officeDocument/2006/relationships/image" Target="../media/image9.svg"/><Relationship Id="rId12" Type="http://schemas.openxmlformats.org/officeDocument/2006/relationships/image" Target="../media/image8.png"/><Relationship Id="rId11" Type="http://schemas.openxmlformats.org/officeDocument/2006/relationships/tags" Target="../tags/tag66.xml"/><Relationship Id="rId10" Type="http://schemas.openxmlformats.org/officeDocument/2006/relationships/image" Target="../media/image7.sv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tags" Target="../tags/tag71.xml"/><Relationship Id="rId7" Type="http://schemas.openxmlformats.org/officeDocument/2006/relationships/image" Target="../media/image11.svg"/><Relationship Id="rId6" Type="http://schemas.openxmlformats.org/officeDocument/2006/relationships/image" Target="../media/image10.png"/><Relationship Id="rId5" Type="http://schemas.openxmlformats.org/officeDocument/2006/relationships/tags" Target="../tags/tag70.xml"/><Relationship Id="rId4" Type="http://schemas.openxmlformats.org/officeDocument/2006/relationships/image" Target="../media/image9.svg"/><Relationship Id="rId3" Type="http://schemas.openxmlformats.org/officeDocument/2006/relationships/image" Target="../media/image8.png"/><Relationship Id="rId2" Type="http://schemas.openxmlformats.org/officeDocument/2006/relationships/tags" Target="../tags/tag69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73.xml"/><Relationship Id="rId4" Type="http://schemas.openxmlformats.org/officeDocument/2006/relationships/image" Target="../media/image13.svg"/><Relationship Id="rId3" Type="http://schemas.openxmlformats.org/officeDocument/2006/relationships/image" Target="../media/image12.png"/><Relationship Id="rId2" Type="http://schemas.openxmlformats.org/officeDocument/2006/relationships/tags" Target="../tags/tag72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tags" Target="../tags/tag77.xml"/><Relationship Id="rId7" Type="http://schemas.openxmlformats.org/officeDocument/2006/relationships/image" Target="../media/image11.svg"/><Relationship Id="rId6" Type="http://schemas.openxmlformats.org/officeDocument/2006/relationships/image" Target="../media/image10.png"/><Relationship Id="rId5" Type="http://schemas.openxmlformats.org/officeDocument/2006/relationships/tags" Target="../tags/tag76.xml"/><Relationship Id="rId4" Type="http://schemas.openxmlformats.org/officeDocument/2006/relationships/image" Target="../media/image9.svg"/><Relationship Id="rId3" Type="http://schemas.openxmlformats.org/officeDocument/2006/relationships/image" Target="../media/image8.png"/><Relationship Id="rId2" Type="http://schemas.openxmlformats.org/officeDocument/2006/relationships/tags" Target="../tags/tag75.xml"/><Relationship Id="rId1" Type="http://schemas.openxmlformats.org/officeDocument/2006/relationships/tags" Target="../tags/tag74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tags" Target="../tags/tag81.xml"/><Relationship Id="rId7" Type="http://schemas.openxmlformats.org/officeDocument/2006/relationships/image" Target="../media/image11.svg"/><Relationship Id="rId6" Type="http://schemas.openxmlformats.org/officeDocument/2006/relationships/image" Target="../media/image10.png"/><Relationship Id="rId5" Type="http://schemas.openxmlformats.org/officeDocument/2006/relationships/tags" Target="../tags/tag80.xml"/><Relationship Id="rId4" Type="http://schemas.openxmlformats.org/officeDocument/2006/relationships/image" Target="../media/image9.svg"/><Relationship Id="rId3" Type="http://schemas.openxmlformats.org/officeDocument/2006/relationships/image" Target="../media/image8.png"/><Relationship Id="rId2" Type="http://schemas.openxmlformats.org/officeDocument/2006/relationships/tags" Target="../tags/tag79.xml"/><Relationship Id="rId1" Type="http://schemas.openxmlformats.org/officeDocument/2006/relationships/tags" Target="../tags/tag7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83.xml"/><Relationship Id="rId1" Type="http://schemas.openxmlformats.org/officeDocument/2006/relationships/tags" Target="../tags/tag8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8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8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374265" y="706755"/>
            <a:ext cx="9576435" cy="582612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6" name="直接连接符 5"/>
          <p:cNvCxnSpPr/>
          <p:nvPr/>
        </p:nvCxnSpPr>
        <p:spPr>
          <a:xfrm flipH="1">
            <a:off x="3957320" y="873760"/>
            <a:ext cx="10160" cy="56489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2374265" y="883920"/>
            <a:ext cx="957643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2374265" y="6292850"/>
            <a:ext cx="1168400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900"/>
              <a:t>⚪</a:t>
            </a:r>
            <a:r>
              <a:rPr lang="en-US" altLang="zh-CN" sz="900"/>
              <a:t> user</a:t>
            </a:r>
            <a:r>
              <a:rPr lang="en-US" altLang="zh-CN" sz="900"/>
              <a:t>name</a:t>
            </a:r>
            <a:endParaRPr lang="en-US" altLang="zh-CN" sz="900"/>
          </a:p>
        </p:txBody>
      </p:sp>
      <p:sp>
        <p:nvSpPr>
          <p:cNvPr id="10" name="文本框 9"/>
          <p:cNvSpPr txBox="1"/>
          <p:nvPr/>
        </p:nvSpPr>
        <p:spPr>
          <a:xfrm>
            <a:off x="2374265" y="706755"/>
            <a:ext cx="2271395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900"/>
              <a:t>         </a:t>
            </a:r>
            <a:r>
              <a:rPr lang="zh-CN" altLang="en-US" sz="900"/>
              <a:t>文件</a:t>
            </a:r>
            <a:r>
              <a:rPr lang="en-US" altLang="zh-CN" sz="900"/>
              <a:t>   </a:t>
            </a:r>
            <a:r>
              <a:rPr lang="zh-CN" altLang="en-US" sz="900"/>
              <a:t>编辑</a:t>
            </a:r>
            <a:r>
              <a:rPr lang="en-US" altLang="zh-CN" sz="900"/>
              <a:t>   </a:t>
            </a:r>
            <a:r>
              <a:rPr lang="zh-CN" altLang="en-US" sz="900"/>
              <a:t>视图</a:t>
            </a:r>
            <a:r>
              <a:rPr lang="en-US" altLang="zh-CN" sz="900"/>
              <a:t>    </a:t>
            </a:r>
            <a:r>
              <a:rPr lang="zh-CN" altLang="en-US" sz="900"/>
              <a:t>帮助与说明</a:t>
            </a:r>
            <a:endParaRPr lang="en-US" altLang="zh-CN" sz="900"/>
          </a:p>
        </p:txBody>
      </p:sp>
      <p:sp>
        <p:nvSpPr>
          <p:cNvPr id="11" name="文本框 10"/>
          <p:cNvSpPr txBox="1"/>
          <p:nvPr/>
        </p:nvSpPr>
        <p:spPr>
          <a:xfrm>
            <a:off x="11181080" y="696595"/>
            <a:ext cx="769620" cy="1771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900">
                <a:sym typeface="+mn-ea"/>
              </a:rPr>
              <a:t>-      =      x</a:t>
            </a:r>
            <a:endParaRPr lang="en-US" altLang="zh-CN" sz="900">
              <a:sym typeface="+mn-ea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5236210" y="5622925"/>
            <a:ext cx="5742940" cy="74358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5236210" y="6136640"/>
            <a:ext cx="1168400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900"/>
              <a:t>+    ( ! )</a:t>
            </a:r>
            <a:r>
              <a:rPr lang="zh-CN" altLang="en-US" sz="900"/>
              <a:t>自动化</a:t>
            </a:r>
            <a:endParaRPr lang="zh-CN" altLang="en-US" sz="900"/>
          </a:p>
        </p:txBody>
      </p:sp>
      <p:cxnSp>
        <p:nvCxnSpPr>
          <p:cNvPr id="18" name="直接连接符 17"/>
          <p:cNvCxnSpPr/>
          <p:nvPr/>
        </p:nvCxnSpPr>
        <p:spPr>
          <a:xfrm>
            <a:off x="5236210" y="6137275"/>
            <a:ext cx="574294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9" name="文本框 18"/>
          <p:cNvSpPr txBox="1"/>
          <p:nvPr/>
        </p:nvSpPr>
        <p:spPr>
          <a:xfrm>
            <a:off x="5236210" y="5622925"/>
            <a:ext cx="1168400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900"/>
              <a:t>输入并发送</a:t>
            </a:r>
            <a:r>
              <a:rPr lang="zh-CN" altLang="en-US" sz="900"/>
              <a:t>以开始</a:t>
            </a:r>
            <a:endParaRPr lang="zh-CN" altLang="en-US" sz="900"/>
          </a:p>
        </p:txBody>
      </p:sp>
      <p:sp>
        <p:nvSpPr>
          <p:cNvPr id="20" name="文本框 19"/>
          <p:cNvSpPr txBox="1"/>
          <p:nvPr/>
        </p:nvSpPr>
        <p:spPr>
          <a:xfrm>
            <a:off x="5236210" y="2706370"/>
            <a:ext cx="55245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要在</a:t>
            </a:r>
            <a:r>
              <a:rPr lang="en-US" altLang="zh-CN"/>
              <a:t>sciencescope_test_proj</a:t>
            </a:r>
            <a:r>
              <a:rPr lang="zh-CN" altLang="en-US"/>
              <a:t>里研究什么？</a:t>
            </a:r>
            <a:r>
              <a:rPr lang="en-US" altLang="zh-CN"/>
              <a:t>UserN</a:t>
            </a:r>
            <a:r>
              <a:rPr lang="en-US" altLang="zh-CN"/>
              <a:t>ame</a:t>
            </a:r>
            <a:endParaRPr lang="en-US" altLang="zh-CN"/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1">
            <a:alphaModFix amt="20000"/>
          </a:blip>
          <a:srcRect l="30500" t="22259" r="29231" b="37028"/>
          <a:stretch>
            <a:fillRect/>
          </a:stretch>
        </p:blipFill>
        <p:spPr>
          <a:xfrm>
            <a:off x="7807960" y="2139950"/>
            <a:ext cx="538480" cy="544830"/>
          </a:xfrm>
          <a:prstGeom prst="rect">
            <a:avLst/>
          </a:prstGeom>
        </p:spPr>
      </p:pic>
      <p:sp>
        <p:nvSpPr>
          <p:cNvPr id="24" name="文本框 23"/>
          <p:cNvSpPr txBox="1"/>
          <p:nvPr/>
        </p:nvSpPr>
        <p:spPr>
          <a:xfrm>
            <a:off x="6042660" y="3105785"/>
            <a:ext cx="1168400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900"/>
              <a:t>⚪</a:t>
            </a:r>
            <a:r>
              <a:rPr lang="en-US" altLang="zh-CN" sz="900"/>
              <a:t> </a:t>
            </a:r>
            <a:r>
              <a:rPr lang="zh-CN" altLang="en-US" sz="900"/>
              <a:t>最近的</a:t>
            </a:r>
            <a:r>
              <a:rPr lang="zh-CN" altLang="en-US" sz="900"/>
              <a:t>项目</a:t>
            </a:r>
            <a:endParaRPr lang="zh-CN" altLang="en-US" sz="900"/>
          </a:p>
        </p:txBody>
      </p:sp>
      <p:sp>
        <p:nvSpPr>
          <p:cNvPr id="25" name="矩形 24"/>
          <p:cNvSpPr/>
          <p:nvPr/>
        </p:nvSpPr>
        <p:spPr>
          <a:xfrm>
            <a:off x="6080760" y="3096260"/>
            <a:ext cx="3993515" cy="1128395"/>
          </a:xfrm>
          <a:prstGeom prst="rect">
            <a:avLst/>
          </a:prstGeom>
          <a:noFill/>
          <a:ln>
            <a:solidFill>
              <a:schemeClr val="bg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文本框 25"/>
          <p:cNvSpPr txBox="1"/>
          <p:nvPr/>
        </p:nvSpPr>
        <p:spPr>
          <a:xfrm>
            <a:off x="6042660" y="3335655"/>
            <a:ext cx="3993515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900"/>
              <a:t>⚪</a:t>
            </a:r>
            <a:r>
              <a:rPr lang="en-US" altLang="zh-CN" sz="900"/>
              <a:t> sciencescope_test_proj: test</a:t>
            </a:r>
            <a:r>
              <a:rPr lang="zh-CN" altLang="en-US" sz="900"/>
              <a:t>①</a:t>
            </a:r>
            <a:endParaRPr lang="zh-CN" altLang="en-US" sz="900"/>
          </a:p>
        </p:txBody>
      </p:sp>
      <p:sp>
        <p:nvSpPr>
          <p:cNvPr id="27" name="文本框 26"/>
          <p:cNvSpPr txBox="1"/>
          <p:nvPr/>
        </p:nvSpPr>
        <p:spPr>
          <a:xfrm>
            <a:off x="6042660" y="3565525"/>
            <a:ext cx="3993515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900"/>
              <a:t>⚪</a:t>
            </a:r>
            <a:r>
              <a:rPr lang="en-US" altLang="zh-CN" sz="900"/>
              <a:t> sciencescope_test_proj: test</a:t>
            </a:r>
            <a:r>
              <a:rPr lang="zh-CN" altLang="en-US" sz="900"/>
              <a:t>②</a:t>
            </a:r>
            <a:endParaRPr lang="zh-CN" altLang="en-US" sz="900"/>
          </a:p>
        </p:txBody>
      </p:sp>
      <p:sp>
        <p:nvSpPr>
          <p:cNvPr id="28" name="文本框 27"/>
          <p:cNvSpPr txBox="1"/>
          <p:nvPr/>
        </p:nvSpPr>
        <p:spPr>
          <a:xfrm>
            <a:off x="6042660" y="3795395"/>
            <a:ext cx="3993515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900"/>
              <a:t>⚪</a:t>
            </a:r>
            <a:r>
              <a:rPr lang="en-US" altLang="zh-CN" sz="900"/>
              <a:t> sciencescope_test_proj2: test</a:t>
            </a:r>
            <a:r>
              <a:rPr lang="zh-CN" altLang="en-US" sz="900"/>
              <a:t>①</a:t>
            </a:r>
            <a:endParaRPr lang="zh-CN" altLang="en-US" sz="900"/>
          </a:p>
        </p:txBody>
      </p:sp>
      <p:sp>
        <p:nvSpPr>
          <p:cNvPr id="29" name="文本框 28"/>
          <p:cNvSpPr txBox="1"/>
          <p:nvPr/>
        </p:nvSpPr>
        <p:spPr>
          <a:xfrm>
            <a:off x="6042660" y="3994785"/>
            <a:ext cx="3993515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800"/>
              <a:t>↘</a:t>
            </a:r>
            <a:r>
              <a:rPr lang="zh-CN" altLang="en-US" sz="800"/>
              <a:t>更多</a:t>
            </a:r>
            <a:r>
              <a:rPr lang="zh-CN" altLang="en-US" sz="800"/>
              <a:t>项目</a:t>
            </a:r>
            <a:endParaRPr lang="zh-CN" altLang="en-US" sz="800"/>
          </a:p>
        </p:txBody>
      </p:sp>
      <p:sp>
        <p:nvSpPr>
          <p:cNvPr id="31" name="文本框 30"/>
          <p:cNvSpPr txBox="1"/>
          <p:nvPr/>
        </p:nvSpPr>
        <p:spPr>
          <a:xfrm>
            <a:off x="8905875" y="3335655"/>
            <a:ext cx="1168400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r"/>
            <a:r>
              <a:rPr lang="en-US" altLang="zh-CN" sz="900"/>
              <a:t>58</a:t>
            </a:r>
            <a:r>
              <a:rPr lang="zh-CN" altLang="en-US" sz="900"/>
              <a:t>秒前</a:t>
            </a:r>
            <a:endParaRPr lang="zh-CN" altLang="en-US" sz="900"/>
          </a:p>
        </p:txBody>
      </p:sp>
      <p:sp>
        <p:nvSpPr>
          <p:cNvPr id="32" name="文本框 31"/>
          <p:cNvSpPr txBox="1"/>
          <p:nvPr/>
        </p:nvSpPr>
        <p:spPr>
          <a:xfrm>
            <a:off x="8905875" y="3565525"/>
            <a:ext cx="1168400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r"/>
            <a:r>
              <a:rPr lang="en-US" sz="900"/>
              <a:t>2</a:t>
            </a:r>
            <a:r>
              <a:rPr lang="zh-CN" altLang="en-US" sz="900"/>
              <a:t>小时</a:t>
            </a:r>
            <a:r>
              <a:rPr lang="en-US" altLang="zh-CN" sz="900"/>
              <a:t>32</a:t>
            </a:r>
            <a:r>
              <a:rPr lang="zh-CN" altLang="en-US" sz="900"/>
              <a:t>分钟</a:t>
            </a:r>
            <a:r>
              <a:rPr lang="zh-CN" altLang="en-US" sz="900"/>
              <a:t>前</a:t>
            </a:r>
            <a:endParaRPr lang="zh-CN" altLang="en-US" sz="900"/>
          </a:p>
        </p:txBody>
      </p:sp>
      <p:sp>
        <p:nvSpPr>
          <p:cNvPr id="33" name="文本框 32"/>
          <p:cNvSpPr txBox="1"/>
          <p:nvPr/>
        </p:nvSpPr>
        <p:spPr>
          <a:xfrm>
            <a:off x="8905875" y="3795395"/>
            <a:ext cx="1168400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r"/>
            <a:r>
              <a:rPr lang="en-US" sz="900"/>
              <a:t>9</a:t>
            </a:r>
            <a:r>
              <a:rPr lang="zh-CN" altLang="en-US" sz="900"/>
              <a:t>天</a:t>
            </a:r>
            <a:r>
              <a:rPr lang="zh-CN" altLang="en-US" sz="900"/>
              <a:t>前</a:t>
            </a:r>
            <a:endParaRPr lang="zh-CN" altLang="en-US" sz="900"/>
          </a:p>
        </p:txBody>
      </p:sp>
      <p:sp>
        <p:nvSpPr>
          <p:cNvPr id="35" name="文本框 34"/>
          <p:cNvSpPr txBox="1"/>
          <p:nvPr/>
        </p:nvSpPr>
        <p:spPr>
          <a:xfrm>
            <a:off x="2374265" y="947420"/>
            <a:ext cx="1168400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900"/>
              <a:t>新</a:t>
            </a:r>
            <a:r>
              <a:rPr lang="zh-CN" altLang="en-US" sz="900"/>
              <a:t>对话</a:t>
            </a:r>
            <a:endParaRPr lang="zh-CN" altLang="en-US" sz="900"/>
          </a:p>
        </p:txBody>
      </p:sp>
      <p:sp>
        <p:nvSpPr>
          <p:cNvPr id="37" name="文本框 36"/>
          <p:cNvSpPr txBox="1"/>
          <p:nvPr/>
        </p:nvSpPr>
        <p:spPr>
          <a:xfrm>
            <a:off x="2374265" y="1177290"/>
            <a:ext cx="1168400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900"/>
              <a:t>数据库</a:t>
            </a:r>
            <a:endParaRPr lang="zh-CN" altLang="en-US" sz="900"/>
          </a:p>
        </p:txBody>
      </p:sp>
      <p:pic>
        <p:nvPicPr>
          <p:cNvPr id="38" name="图片 3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06755"/>
            <a:ext cx="1481455" cy="1481455"/>
          </a:xfrm>
          <a:prstGeom prst="rect">
            <a:avLst/>
          </a:prstGeom>
        </p:spPr>
      </p:pic>
      <p:sp>
        <p:nvSpPr>
          <p:cNvPr id="48" name="文本框 47"/>
          <p:cNvSpPr txBox="1"/>
          <p:nvPr/>
        </p:nvSpPr>
        <p:spPr>
          <a:xfrm>
            <a:off x="7757795" y="4531995"/>
            <a:ext cx="638810" cy="2349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sz="900"/>
              <a:t>CNKI</a:t>
            </a:r>
            <a:endParaRPr lang="en-US" sz="900"/>
          </a:p>
        </p:txBody>
      </p:sp>
      <p:sp>
        <p:nvSpPr>
          <p:cNvPr id="49" name="文本框 48"/>
          <p:cNvSpPr txBox="1"/>
          <p:nvPr/>
        </p:nvSpPr>
        <p:spPr>
          <a:xfrm>
            <a:off x="6708775" y="4543425"/>
            <a:ext cx="638810" cy="2349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sz="900"/>
              <a:t>WOS</a:t>
            </a:r>
            <a:endParaRPr lang="en-US" sz="900"/>
          </a:p>
        </p:txBody>
      </p:sp>
      <p:sp>
        <p:nvSpPr>
          <p:cNvPr id="50" name="文本框 49"/>
          <p:cNvSpPr txBox="1"/>
          <p:nvPr/>
        </p:nvSpPr>
        <p:spPr>
          <a:xfrm>
            <a:off x="5659755" y="4543425"/>
            <a:ext cx="638810" cy="2349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900"/>
              <a:t>EIsevier</a:t>
            </a:r>
            <a:endParaRPr lang="en-US" altLang="zh-CN" sz="900"/>
          </a:p>
        </p:txBody>
      </p:sp>
      <p:sp>
        <p:nvSpPr>
          <p:cNvPr id="51" name="文本框 50"/>
          <p:cNvSpPr txBox="1"/>
          <p:nvPr/>
        </p:nvSpPr>
        <p:spPr>
          <a:xfrm>
            <a:off x="8806815" y="4534535"/>
            <a:ext cx="699770" cy="2286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900"/>
              <a:t>万方</a:t>
            </a:r>
            <a:r>
              <a:rPr lang="zh-CN" altLang="en-US" sz="900"/>
              <a:t>数据</a:t>
            </a:r>
            <a:endParaRPr lang="zh-CN" altLang="en-US" sz="900"/>
          </a:p>
        </p:txBody>
      </p:sp>
      <p:sp>
        <p:nvSpPr>
          <p:cNvPr id="52" name="文本框 51"/>
          <p:cNvSpPr txBox="1"/>
          <p:nvPr/>
        </p:nvSpPr>
        <p:spPr>
          <a:xfrm>
            <a:off x="9916795" y="4534535"/>
            <a:ext cx="699770" cy="2286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900"/>
              <a:t>S</a:t>
            </a:r>
            <a:r>
              <a:rPr lang="en-US" altLang="zh-CN" sz="900"/>
              <a:t>pringer</a:t>
            </a:r>
            <a:endParaRPr lang="en-US" altLang="zh-CN" sz="900"/>
          </a:p>
        </p:txBody>
      </p:sp>
      <p:pic>
        <p:nvPicPr>
          <p:cNvPr id="55" name="图片 54" descr="5df6fecf967425b458b95c8a602104ed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87810" y="920115"/>
            <a:ext cx="213995" cy="213995"/>
          </a:xfrm>
          <a:prstGeom prst="rect">
            <a:avLst/>
          </a:prstGeom>
        </p:spPr>
      </p:pic>
      <p:pic>
        <p:nvPicPr>
          <p:cNvPr id="56" name="图片 55" descr="4dacb0ccafa70c4cf4a6b02bf3342f7c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406505" y="922655"/>
            <a:ext cx="213995" cy="213995"/>
          </a:xfrm>
          <a:prstGeom prst="rect">
            <a:avLst/>
          </a:prstGeom>
        </p:spPr>
      </p:pic>
      <p:pic>
        <p:nvPicPr>
          <p:cNvPr id="57" name="图片 56" descr="44ba6e67f05897cbadd4ef640f760400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745865" y="6315710"/>
            <a:ext cx="177165" cy="177165"/>
          </a:xfrm>
          <a:prstGeom prst="rect">
            <a:avLst/>
          </a:prstGeom>
        </p:spPr>
      </p:pic>
      <p:sp>
        <p:nvSpPr>
          <p:cNvPr id="59" name="文本框 58"/>
          <p:cNvSpPr txBox="1"/>
          <p:nvPr/>
        </p:nvSpPr>
        <p:spPr>
          <a:xfrm>
            <a:off x="2374265" y="1407160"/>
            <a:ext cx="1168400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900"/>
              <a:t>工作站</a:t>
            </a:r>
            <a:endParaRPr lang="zh-CN" altLang="en-US" sz="900"/>
          </a:p>
        </p:txBody>
      </p:sp>
      <p:sp>
        <p:nvSpPr>
          <p:cNvPr id="60" name="文本框 59"/>
          <p:cNvSpPr txBox="1"/>
          <p:nvPr/>
        </p:nvSpPr>
        <p:spPr>
          <a:xfrm>
            <a:off x="2374265" y="1725295"/>
            <a:ext cx="1168400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900"/>
              <a:t>置顶</a:t>
            </a:r>
            <a:r>
              <a:rPr lang="en-US" altLang="zh-CN" sz="900"/>
              <a:t>&gt;</a:t>
            </a:r>
            <a:endParaRPr lang="en-US" altLang="zh-CN" sz="900"/>
          </a:p>
        </p:txBody>
      </p:sp>
      <p:sp>
        <p:nvSpPr>
          <p:cNvPr id="62" name="文本框 61"/>
          <p:cNvSpPr txBox="1"/>
          <p:nvPr/>
        </p:nvSpPr>
        <p:spPr>
          <a:xfrm>
            <a:off x="2374265" y="2684780"/>
            <a:ext cx="1168400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900"/>
              <a:t>全部项目与聊天</a:t>
            </a:r>
            <a:r>
              <a:rPr lang="en-US" altLang="zh-CN" sz="900"/>
              <a:t>&gt;</a:t>
            </a:r>
            <a:endParaRPr lang="en-US" altLang="zh-CN" sz="900"/>
          </a:p>
        </p:txBody>
      </p:sp>
      <p:sp>
        <p:nvSpPr>
          <p:cNvPr id="64" name="文本框 63"/>
          <p:cNvSpPr txBox="1"/>
          <p:nvPr/>
        </p:nvSpPr>
        <p:spPr>
          <a:xfrm>
            <a:off x="2473325" y="2185035"/>
            <a:ext cx="1433195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900">
                <a:sym typeface="+mn-ea"/>
              </a:rPr>
              <a:t>⚪</a:t>
            </a:r>
            <a:r>
              <a:rPr lang="en-US" altLang="zh-CN" sz="900">
                <a:sym typeface="+mn-ea"/>
              </a:rPr>
              <a:t> test</a:t>
            </a:r>
            <a:r>
              <a:rPr lang="zh-CN" altLang="en-US" sz="900">
                <a:sym typeface="+mn-ea"/>
              </a:rPr>
              <a:t>①</a:t>
            </a:r>
            <a:endParaRPr lang="zh-CN" altLang="en-US" sz="900">
              <a:sym typeface="+mn-ea"/>
            </a:endParaRPr>
          </a:p>
        </p:txBody>
      </p:sp>
      <p:sp>
        <p:nvSpPr>
          <p:cNvPr id="65" name="文本框 64"/>
          <p:cNvSpPr txBox="1"/>
          <p:nvPr/>
        </p:nvSpPr>
        <p:spPr>
          <a:xfrm>
            <a:off x="3692525" y="2139950"/>
            <a:ext cx="274955" cy="2146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r"/>
            <a:r>
              <a:rPr lang="en-US" altLang="zh-CN" sz="900">
                <a:sym typeface="+mn-ea"/>
              </a:rPr>
              <a:t>…</a:t>
            </a:r>
            <a:endParaRPr lang="en-US" altLang="zh-CN" sz="900">
              <a:sym typeface="+mn-ea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2473325" y="2414905"/>
            <a:ext cx="1433195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900">
                <a:sym typeface="+mn-ea"/>
              </a:rPr>
              <a:t>⚪</a:t>
            </a:r>
            <a:r>
              <a:rPr lang="en-US" altLang="zh-CN" sz="900">
                <a:sym typeface="+mn-ea"/>
              </a:rPr>
              <a:t> test</a:t>
            </a:r>
            <a:r>
              <a:rPr lang="zh-CN" altLang="en-US" sz="900">
                <a:sym typeface="+mn-ea"/>
              </a:rPr>
              <a:t>①</a:t>
            </a:r>
            <a:endParaRPr lang="zh-CN" altLang="en-US" sz="900">
              <a:sym typeface="+mn-ea"/>
            </a:endParaRPr>
          </a:p>
        </p:txBody>
      </p:sp>
      <p:sp>
        <p:nvSpPr>
          <p:cNvPr id="67" name="文本框 66"/>
          <p:cNvSpPr txBox="1"/>
          <p:nvPr/>
        </p:nvSpPr>
        <p:spPr>
          <a:xfrm>
            <a:off x="3692525" y="2400300"/>
            <a:ext cx="274955" cy="2146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r"/>
            <a:r>
              <a:rPr lang="en-US" altLang="zh-CN" sz="900">
                <a:sym typeface="+mn-ea"/>
              </a:rPr>
              <a:t>…</a:t>
            </a:r>
            <a:endParaRPr lang="en-US" altLang="zh-CN" sz="900">
              <a:sym typeface="+mn-ea"/>
            </a:endParaRPr>
          </a:p>
        </p:txBody>
      </p:sp>
      <p:pic>
        <p:nvPicPr>
          <p:cNvPr id="68" name="图片 67" descr="b384e63d7c88ece4ac7bf74e49c9a0d5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729355" y="1443355"/>
            <a:ext cx="193675" cy="193675"/>
          </a:xfrm>
          <a:prstGeom prst="rect">
            <a:avLst/>
          </a:prstGeom>
        </p:spPr>
      </p:pic>
      <p:sp>
        <p:nvSpPr>
          <p:cNvPr id="69" name="文本框 68"/>
          <p:cNvSpPr txBox="1"/>
          <p:nvPr/>
        </p:nvSpPr>
        <p:spPr>
          <a:xfrm>
            <a:off x="2374265" y="2914650"/>
            <a:ext cx="1433195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900">
                <a:sym typeface="+mn-ea"/>
              </a:rPr>
              <a:t>sciencescope_test_p…</a:t>
            </a:r>
            <a:endParaRPr lang="en-US" altLang="zh-CN" sz="900">
              <a:sym typeface="+mn-ea"/>
            </a:endParaRPr>
          </a:p>
        </p:txBody>
      </p:sp>
      <p:sp>
        <p:nvSpPr>
          <p:cNvPr id="70" name="文本框 69"/>
          <p:cNvSpPr txBox="1"/>
          <p:nvPr/>
        </p:nvSpPr>
        <p:spPr>
          <a:xfrm>
            <a:off x="2374265" y="3144520"/>
            <a:ext cx="1433195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900">
                <a:sym typeface="+mn-ea"/>
              </a:rPr>
              <a:t>⚪</a:t>
            </a:r>
            <a:r>
              <a:rPr lang="en-US" altLang="zh-CN" sz="900">
                <a:sym typeface="+mn-ea"/>
              </a:rPr>
              <a:t> chat</a:t>
            </a:r>
            <a:r>
              <a:rPr lang="zh-CN" altLang="en-US" sz="900">
                <a:sym typeface="+mn-ea"/>
              </a:rPr>
              <a:t>①</a:t>
            </a:r>
            <a:endParaRPr lang="zh-CN" altLang="en-US" sz="900">
              <a:sym typeface="+mn-ea"/>
            </a:endParaRPr>
          </a:p>
        </p:txBody>
      </p:sp>
      <p:sp>
        <p:nvSpPr>
          <p:cNvPr id="71" name="文本框 70"/>
          <p:cNvSpPr txBox="1"/>
          <p:nvPr/>
        </p:nvSpPr>
        <p:spPr>
          <a:xfrm>
            <a:off x="2374265" y="3382645"/>
            <a:ext cx="1433195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900">
                <a:sym typeface="+mn-ea"/>
              </a:rPr>
              <a:t>⚪</a:t>
            </a:r>
            <a:r>
              <a:rPr lang="en-US" altLang="zh-CN" sz="900">
                <a:sym typeface="+mn-ea"/>
              </a:rPr>
              <a:t> chat</a:t>
            </a:r>
            <a:r>
              <a:rPr lang="zh-CN" altLang="en-US" sz="900">
                <a:sym typeface="+mn-ea"/>
              </a:rPr>
              <a:t>②</a:t>
            </a:r>
            <a:endParaRPr lang="zh-CN" altLang="en-US" sz="900">
              <a:sym typeface="+mn-ea"/>
            </a:endParaRPr>
          </a:p>
        </p:txBody>
      </p:sp>
      <p:sp>
        <p:nvSpPr>
          <p:cNvPr id="72" name="文本框 71"/>
          <p:cNvSpPr txBox="1"/>
          <p:nvPr/>
        </p:nvSpPr>
        <p:spPr>
          <a:xfrm>
            <a:off x="3692525" y="2929890"/>
            <a:ext cx="274955" cy="2146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r"/>
            <a:r>
              <a:rPr lang="en-US" altLang="zh-CN" sz="900">
                <a:sym typeface="+mn-ea"/>
              </a:rPr>
              <a:t>…</a:t>
            </a:r>
            <a:endParaRPr lang="en-US" altLang="zh-CN" sz="900">
              <a:sym typeface="+mn-ea"/>
            </a:endParaRPr>
          </a:p>
        </p:txBody>
      </p:sp>
      <p:sp>
        <p:nvSpPr>
          <p:cNvPr id="73" name="文本框 72"/>
          <p:cNvSpPr txBox="1"/>
          <p:nvPr/>
        </p:nvSpPr>
        <p:spPr>
          <a:xfrm>
            <a:off x="3692525" y="3168015"/>
            <a:ext cx="274955" cy="2146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r"/>
            <a:r>
              <a:rPr lang="en-US" altLang="zh-CN" sz="900">
                <a:sym typeface="+mn-ea"/>
              </a:rPr>
              <a:t>…</a:t>
            </a:r>
            <a:endParaRPr lang="en-US" altLang="zh-CN" sz="900">
              <a:sym typeface="+mn-ea"/>
            </a:endParaRPr>
          </a:p>
        </p:txBody>
      </p:sp>
      <p:sp>
        <p:nvSpPr>
          <p:cNvPr id="74" name="文本框 73"/>
          <p:cNvSpPr txBox="1"/>
          <p:nvPr/>
        </p:nvSpPr>
        <p:spPr>
          <a:xfrm>
            <a:off x="3692525" y="3397885"/>
            <a:ext cx="274955" cy="2146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r"/>
            <a:r>
              <a:rPr lang="en-US" altLang="zh-CN" sz="900">
                <a:sym typeface="+mn-ea"/>
              </a:rPr>
              <a:t>…</a:t>
            </a:r>
            <a:endParaRPr lang="en-US" altLang="zh-CN" sz="900">
              <a:sym typeface="+mn-ea"/>
            </a:endParaRPr>
          </a:p>
        </p:txBody>
      </p:sp>
      <p:sp>
        <p:nvSpPr>
          <p:cNvPr id="75" name="文本框 74"/>
          <p:cNvSpPr txBox="1"/>
          <p:nvPr/>
        </p:nvSpPr>
        <p:spPr>
          <a:xfrm>
            <a:off x="5659755" y="5043805"/>
            <a:ext cx="638810" cy="2349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900"/>
              <a:t>+</a:t>
            </a:r>
            <a:endParaRPr lang="en-US" altLang="zh-CN" sz="900"/>
          </a:p>
        </p:txBody>
      </p:sp>
      <p:sp>
        <p:nvSpPr>
          <p:cNvPr id="76" name="矩形 75"/>
          <p:cNvSpPr/>
          <p:nvPr/>
        </p:nvSpPr>
        <p:spPr>
          <a:xfrm>
            <a:off x="5659755" y="4351655"/>
            <a:ext cx="4956810" cy="1128395"/>
          </a:xfrm>
          <a:prstGeom prst="rect">
            <a:avLst/>
          </a:prstGeom>
          <a:noFill/>
          <a:ln>
            <a:solidFill>
              <a:schemeClr val="bg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7" name="文本框 76"/>
          <p:cNvSpPr txBox="1"/>
          <p:nvPr/>
        </p:nvSpPr>
        <p:spPr>
          <a:xfrm>
            <a:off x="2374265" y="3612515"/>
            <a:ext cx="1433195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900">
                <a:sym typeface="+mn-ea"/>
              </a:rPr>
              <a:t>⚪</a:t>
            </a:r>
            <a:r>
              <a:rPr lang="en-US" altLang="zh-CN" sz="900">
                <a:sym typeface="+mn-ea"/>
              </a:rPr>
              <a:t> chat</a:t>
            </a:r>
            <a:endParaRPr lang="zh-CN" altLang="en-US" sz="900">
              <a:sym typeface="+mn-ea"/>
            </a:endParaRPr>
          </a:p>
        </p:txBody>
      </p:sp>
      <p:sp>
        <p:nvSpPr>
          <p:cNvPr id="78" name="文本框 77"/>
          <p:cNvSpPr txBox="1"/>
          <p:nvPr/>
        </p:nvSpPr>
        <p:spPr>
          <a:xfrm>
            <a:off x="2374265" y="3842385"/>
            <a:ext cx="1433195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900">
                <a:sym typeface="+mn-ea"/>
              </a:rPr>
              <a:t>⚪</a:t>
            </a:r>
            <a:r>
              <a:rPr lang="en-US" altLang="zh-CN" sz="900">
                <a:sym typeface="+mn-ea"/>
              </a:rPr>
              <a:t> chat</a:t>
            </a:r>
            <a:endParaRPr lang="zh-CN" altLang="en-US" sz="900">
              <a:sym typeface="+mn-ea"/>
            </a:endParaRPr>
          </a:p>
        </p:txBody>
      </p:sp>
      <p:sp>
        <p:nvSpPr>
          <p:cNvPr id="79" name="文本框 78"/>
          <p:cNvSpPr txBox="1"/>
          <p:nvPr/>
        </p:nvSpPr>
        <p:spPr>
          <a:xfrm>
            <a:off x="2374265" y="4072255"/>
            <a:ext cx="1433195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900">
                <a:sym typeface="+mn-ea"/>
              </a:rPr>
              <a:t>sci_proj2</a:t>
            </a:r>
            <a:endParaRPr lang="en-US" altLang="zh-CN" sz="900">
              <a:sym typeface="+mn-ea"/>
            </a:endParaRPr>
          </a:p>
        </p:txBody>
      </p:sp>
      <p:sp>
        <p:nvSpPr>
          <p:cNvPr id="80" name="文本框 79"/>
          <p:cNvSpPr txBox="1"/>
          <p:nvPr/>
        </p:nvSpPr>
        <p:spPr>
          <a:xfrm>
            <a:off x="2374265" y="4302125"/>
            <a:ext cx="1433195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900">
                <a:sym typeface="+mn-ea"/>
              </a:rPr>
              <a:t>⚪</a:t>
            </a:r>
            <a:r>
              <a:rPr lang="en-US" altLang="zh-CN" sz="900">
                <a:sym typeface="+mn-ea"/>
              </a:rPr>
              <a:t> chat</a:t>
            </a:r>
            <a:endParaRPr lang="zh-CN" altLang="en-US" sz="900">
              <a:sym typeface="+mn-ea"/>
            </a:endParaRPr>
          </a:p>
        </p:txBody>
      </p:sp>
      <p:sp>
        <p:nvSpPr>
          <p:cNvPr id="81" name="文本框 80"/>
          <p:cNvSpPr txBox="1"/>
          <p:nvPr/>
        </p:nvSpPr>
        <p:spPr>
          <a:xfrm>
            <a:off x="2374265" y="4531995"/>
            <a:ext cx="1433195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900">
                <a:sym typeface="+mn-ea"/>
              </a:rPr>
              <a:t>⚪</a:t>
            </a:r>
            <a:r>
              <a:rPr lang="en-US" altLang="zh-CN" sz="900">
                <a:sym typeface="+mn-ea"/>
              </a:rPr>
              <a:t> chat</a:t>
            </a:r>
            <a:endParaRPr lang="zh-CN" altLang="en-US" sz="900">
              <a:sym typeface="+mn-ea"/>
            </a:endParaRPr>
          </a:p>
        </p:txBody>
      </p:sp>
      <p:sp>
        <p:nvSpPr>
          <p:cNvPr id="82" name="文本框 81"/>
          <p:cNvSpPr txBox="1"/>
          <p:nvPr/>
        </p:nvSpPr>
        <p:spPr>
          <a:xfrm>
            <a:off x="2374265" y="4761865"/>
            <a:ext cx="1433195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900">
                <a:sym typeface="+mn-ea"/>
              </a:rPr>
              <a:t>⚪</a:t>
            </a:r>
            <a:r>
              <a:rPr lang="en-US" altLang="zh-CN" sz="900">
                <a:sym typeface="+mn-ea"/>
              </a:rPr>
              <a:t> chat</a:t>
            </a:r>
            <a:endParaRPr lang="zh-CN" altLang="en-US" sz="900">
              <a:sym typeface="+mn-ea"/>
            </a:endParaRPr>
          </a:p>
        </p:txBody>
      </p:sp>
      <p:sp>
        <p:nvSpPr>
          <p:cNvPr id="83" name="文本框 82"/>
          <p:cNvSpPr txBox="1"/>
          <p:nvPr/>
        </p:nvSpPr>
        <p:spPr>
          <a:xfrm>
            <a:off x="2374265" y="4991735"/>
            <a:ext cx="1433195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900">
                <a:sym typeface="+mn-ea"/>
              </a:rPr>
              <a:t>⚪</a:t>
            </a:r>
            <a:r>
              <a:rPr lang="en-US" altLang="zh-CN" sz="900">
                <a:sym typeface="+mn-ea"/>
              </a:rPr>
              <a:t> cha</a:t>
            </a:r>
            <a:r>
              <a:rPr lang="en-US" altLang="zh-CN" sz="900">
                <a:sym typeface="+mn-ea"/>
              </a:rPr>
              <a:t>t</a:t>
            </a:r>
            <a:endParaRPr lang="en-US" altLang="zh-CN" sz="900">
              <a:sym typeface="+mn-ea"/>
            </a:endParaRPr>
          </a:p>
        </p:txBody>
      </p:sp>
      <p:sp>
        <p:nvSpPr>
          <p:cNvPr id="84" name="文本框 83"/>
          <p:cNvSpPr txBox="1"/>
          <p:nvPr/>
        </p:nvSpPr>
        <p:spPr>
          <a:xfrm>
            <a:off x="2374265" y="5250180"/>
            <a:ext cx="1433195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900">
                <a:sym typeface="+mn-ea"/>
              </a:rPr>
              <a:t>⚪</a:t>
            </a:r>
            <a:r>
              <a:rPr lang="en-US" altLang="zh-CN" sz="900">
                <a:sym typeface="+mn-ea"/>
              </a:rPr>
              <a:t> chat</a:t>
            </a:r>
            <a:endParaRPr lang="zh-CN" altLang="en-US" sz="900">
              <a:sym typeface="+mn-ea"/>
            </a:endParaRPr>
          </a:p>
        </p:txBody>
      </p:sp>
      <p:sp>
        <p:nvSpPr>
          <p:cNvPr id="85" name="文本框 84"/>
          <p:cNvSpPr txBox="1"/>
          <p:nvPr/>
        </p:nvSpPr>
        <p:spPr>
          <a:xfrm>
            <a:off x="2374265" y="5480050"/>
            <a:ext cx="1433195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900">
                <a:sym typeface="+mn-ea"/>
              </a:rPr>
              <a:t>⚪</a:t>
            </a:r>
            <a:r>
              <a:rPr lang="en-US" altLang="zh-CN" sz="900">
                <a:sym typeface="+mn-ea"/>
              </a:rPr>
              <a:t> chat</a:t>
            </a:r>
            <a:endParaRPr lang="zh-CN" altLang="en-US" sz="900">
              <a:sym typeface="+mn-ea"/>
            </a:endParaRPr>
          </a:p>
        </p:txBody>
      </p:sp>
      <p:sp>
        <p:nvSpPr>
          <p:cNvPr id="86" name="文本框 85"/>
          <p:cNvSpPr txBox="1"/>
          <p:nvPr/>
        </p:nvSpPr>
        <p:spPr>
          <a:xfrm>
            <a:off x="2374265" y="5709920"/>
            <a:ext cx="1433195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900">
                <a:sym typeface="+mn-ea"/>
              </a:rPr>
              <a:t>浏览更多</a:t>
            </a:r>
            <a:r>
              <a:rPr lang="en-US" altLang="zh-CN" sz="900">
                <a:sym typeface="+mn-ea"/>
              </a:rPr>
              <a:t>…</a:t>
            </a:r>
            <a:endParaRPr lang="zh-CN" altLang="en-US" sz="900">
              <a:sym typeface="+mn-ea"/>
            </a:endParaRPr>
          </a:p>
        </p:txBody>
      </p:sp>
      <p:sp>
        <p:nvSpPr>
          <p:cNvPr id="87" name="文本框 86"/>
          <p:cNvSpPr txBox="1"/>
          <p:nvPr/>
        </p:nvSpPr>
        <p:spPr>
          <a:xfrm>
            <a:off x="3692525" y="3627755"/>
            <a:ext cx="274955" cy="2146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r"/>
            <a:r>
              <a:rPr lang="en-US" altLang="zh-CN" sz="900">
                <a:sym typeface="+mn-ea"/>
              </a:rPr>
              <a:t>…</a:t>
            </a:r>
            <a:endParaRPr lang="en-US" altLang="zh-CN" sz="900">
              <a:sym typeface="+mn-ea"/>
            </a:endParaRPr>
          </a:p>
        </p:txBody>
      </p:sp>
      <p:sp>
        <p:nvSpPr>
          <p:cNvPr id="88" name="文本框 87"/>
          <p:cNvSpPr txBox="1"/>
          <p:nvPr/>
        </p:nvSpPr>
        <p:spPr>
          <a:xfrm>
            <a:off x="3692525" y="3865880"/>
            <a:ext cx="274955" cy="2146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r"/>
            <a:r>
              <a:rPr lang="en-US" altLang="zh-CN" sz="900">
                <a:sym typeface="+mn-ea"/>
              </a:rPr>
              <a:t>…</a:t>
            </a:r>
            <a:endParaRPr lang="en-US" altLang="zh-CN" sz="900">
              <a:sym typeface="+mn-ea"/>
            </a:endParaRPr>
          </a:p>
        </p:txBody>
      </p:sp>
      <p:sp>
        <p:nvSpPr>
          <p:cNvPr id="89" name="文本框 88"/>
          <p:cNvSpPr txBox="1"/>
          <p:nvPr/>
        </p:nvSpPr>
        <p:spPr>
          <a:xfrm>
            <a:off x="3692525" y="4095750"/>
            <a:ext cx="274955" cy="2146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r"/>
            <a:r>
              <a:rPr lang="en-US" altLang="zh-CN" sz="900">
                <a:sym typeface="+mn-ea"/>
              </a:rPr>
              <a:t>…</a:t>
            </a:r>
            <a:endParaRPr lang="en-US" altLang="zh-CN" sz="900">
              <a:sym typeface="+mn-ea"/>
            </a:endParaRPr>
          </a:p>
        </p:txBody>
      </p:sp>
      <p:sp>
        <p:nvSpPr>
          <p:cNvPr id="90" name="文本框 89"/>
          <p:cNvSpPr txBox="1"/>
          <p:nvPr/>
        </p:nvSpPr>
        <p:spPr>
          <a:xfrm>
            <a:off x="3692525" y="4302125"/>
            <a:ext cx="274955" cy="2146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r"/>
            <a:r>
              <a:rPr lang="en-US" altLang="zh-CN" sz="900">
                <a:sym typeface="+mn-ea"/>
              </a:rPr>
              <a:t>…</a:t>
            </a:r>
            <a:endParaRPr lang="en-US" altLang="zh-CN" sz="900">
              <a:sym typeface="+mn-ea"/>
            </a:endParaRPr>
          </a:p>
        </p:txBody>
      </p:sp>
      <p:sp>
        <p:nvSpPr>
          <p:cNvPr id="91" name="文本框 90"/>
          <p:cNvSpPr txBox="1"/>
          <p:nvPr/>
        </p:nvSpPr>
        <p:spPr>
          <a:xfrm>
            <a:off x="3692525" y="4540250"/>
            <a:ext cx="274955" cy="2146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r"/>
            <a:r>
              <a:rPr lang="en-US" altLang="zh-CN" sz="900">
                <a:sym typeface="+mn-ea"/>
              </a:rPr>
              <a:t>…</a:t>
            </a:r>
            <a:endParaRPr lang="en-US" altLang="zh-CN" sz="900">
              <a:sym typeface="+mn-ea"/>
            </a:endParaRPr>
          </a:p>
        </p:txBody>
      </p:sp>
      <p:sp>
        <p:nvSpPr>
          <p:cNvPr id="92" name="文本框 91"/>
          <p:cNvSpPr txBox="1"/>
          <p:nvPr/>
        </p:nvSpPr>
        <p:spPr>
          <a:xfrm>
            <a:off x="3692525" y="4770120"/>
            <a:ext cx="274955" cy="2146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r"/>
            <a:r>
              <a:rPr lang="en-US" altLang="zh-CN" sz="900">
                <a:sym typeface="+mn-ea"/>
              </a:rPr>
              <a:t>…</a:t>
            </a:r>
            <a:endParaRPr lang="en-US" altLang="zh-CN" sz="900">
              <a:sym typeface="+mn-ea"/>
            </a:endParaRPr>
          </a:p>
        </p:txBody>
      </p:sp>
      <p:sp>
        <p:nvSpPr>
          <p:cNvPr id="93" name="文本框 92"/>
          <p:cNvSpPr txBox="1"/>
          <p:nvPr/>
        </p:nvSpPr>
        <p:spPr>
          <a:xfrm>
            <a:off x="3692525" y="4991735"/>
            <a:ext cx="274955" cy="2146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r"/>
            <a:r>
              <a:rPr lang="en-US" altLang="zh-CN" sz="900">
                <a:sym typeface="+mn-ea"/>
              </a:rPr>
              <a:t>…</a:t>
            </a:r>
            <a:endParaRPr lang="en-US" altLang="zh-CN" sz="900">
              <a:sym typeface="+mn-ea"/>
            </a:endParaRPr>
          </a:p>
        </p:txBody>
      </p:sp>
      <p:sp>
        <p:nvSpPr>
          <p:cNvPr id="94" name="文本框 93"/>
          <p:cNvSpPr txBox="1"/>
          <p:nvPr/>
        </p:nvSpPr>
        <p:spPr>
          <a:xfrm>
            <a:off x="3692525" y="5229860"/>
            <a:ext cx="274955" cy="2146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r"/>
            <a:r>
              <a:rPr lang="en-US" altLang="zh-CN" sz="900">
                <a:sym typeface="+mn-ea"/>
              </a:rPr>
              <a:t>…</a:t>
            </a:r>
            <a:endParaRPr lang="en-US" altLang="zh-CN" sz="900">
              <a:sym typeface="+mn-ea"/>
            </a:endParaRPr>
          </a:p>
        </p:txBody>
      </p:sp>
      <p:sp>
        <p:nvSpPr>
          <p:cNvPr id="95" name="文本框 94"/>
          <p:cNvSpPr txBox="1"/>
          <p:nvPr/>
        </p:nvSpPr>
        <p:spPr>
          <a:xfrm>
            <a:off x="3692525" y="5459730"/>
            <a:ext cx="274955" cy="2146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r"/>
            <a:r>
              <a:rPr lang="en-US" altLang="zh-CN" sz="900">
                <a:sym typeface="+mn-ea"/>
              </a:rPr>
              <a:t>…</a:t>
            </a:r>
            <a:endParaRPr lang="en-US" altLang="zh-CN" sz="900">
              <a:sym typeface="+mn-ea"/>
            </a:endParaRPr>
          </a:p>
        </p:txBody>
      </p:sp>
      <p:sp>
        <p:nvSpPr>
          <p:cNvPr id="97" name="文本框 96"/>
          <p:cNvSpPr txBox="1"/>
          <p:nvPr/>
        </p:nvSpPr>
        <p:spPr>
          <a:xfrm>
            <a:off x="0" y="1955165"/>
            <a:ext cx="22720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上图为本项目</a:t>
            </a:r>
            <a:r>
              <a:rPr lang="en-US" altLang="zh-CN"/>
              <a:t>logo</a:t>
            </a:r>
            <a:endParaRPr lang="en-US" altLang="zh-CN"/>
          </a:p>
        </p:txBody>
      </p:sp>
      <p:pic>
        <p:nvPicPr>
          <p:cNvPr id="120" name="图片 119" descr="2c9059e3fb3c3b64a9f44a907323304b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687445" y="936625"/>
            <a:ext cx="234950" cy="23495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alphaModFix amt="20000"/>
          </a:blip>
          <a:srcRect l="30500" t="22259" r="29231" b="37028"/>
          <a:stretch>
            <a:fillRect/>
          </a:stretch>
        </p:blipFill>
        <p:spPr>
          <a:xfrm>
            <a:off x="2473325" y="706755"/>
            <a:ext cx="189865" cy="193040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8905875" y="6137275"/>
            <a:ext cx="2073275" cy="2292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r"/>
            <a:r>
              <a:rPr lang="zh-CN" altLang="en-US" sz="900"/>
              <a:t>⚪</a:t>
            </a:r>
            <a:r>
              <a:rPr lang="en-US" altLang="zh-CN" sz="900"/>
              <a:t>      qwen3.6-max</a:t>
            </a:r>
            <a:r>
              <a:rPr lang="zh-CN" altLang="en-US" sz="900"/>
              <a:t>⬇</a:t>
            </a:r>
            <a:r>
              <a:rPr lang="en-US" altLang="zh-CN" sz="900"/>
              <a:t>high   </a:t>
            </a:r>
            <a:r>
              <a:rPr lang="zh-CN" altLang="en-US" sz="900"/>
              <a:t>⬆</a:t>
            </a:r>
            <a:endParaRPr lang="zh-CN" altLang="en-US" sz="900"/>
          </a:p>
        </p:txBody>
      </p:sp>
      <p:sp>
        <p:nvSpPr>
          <p:cNvPr id="13" name="文本框 12"/>
          <p:cNvSpPr txBox="1"/>
          <p:nvPr/>
        </p:nvSpPr>
        <p:spPr>
          <a:xfrm>
            <a:off x="3501390" y="1955165"/>
            <a:ext cx="466090" cy="2139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r"/>
            <a:r>
              <a:rPr lang="en-US" altLang="zh-CN" sz="900">
                <a:sym typeface="+mn-ea"/>
              </a:rPr>
              <a:t>↓ </a:t>
            </a:r>
            <a:r>
              <a:rPr lang="en-US" altLang="zh-CN" sz="900">
                <a:sym typeface="+mn-ea"/>
              </a:rPr>
              <a:t>…</a:t>
            </a:r>
            <a:endParaRPr lang="en-US" altLang="zh-CN" sz="900">
              <a:sym typeface="+mn-ea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2411730" y="1983105"/>
            <a:ext cx="1525270" cy="171450"/>
          </a:xfrm>
          <a:prstGeom prst="rect">
            <a:avLst/>
          </a:prstGeom>
          <a:noFill/>
          <a:ln>
            <a:solidFill>
              <a:schemeClr val="bg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2374265" y="1958340"/>
            <a:ext cx="6096000" cy="2298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900">
                <a:sym typeface="+mn-ea"/>
              </a:rPr>
              <a:t>sciencescope_test_p…</a:t>
            </a:r>
            <a:endParaRPr lang="en-US" altLang="zh-CN" sz="900">
              <a:sym typeface="+mn-ea"/>
            </a:endParaRPr>
          </a:p>
        </p:txBody>
      </p:sp>
    </p:spTree>
    <p:custDataLst>
      <p:tags r:id="rId17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374265" y="706755"/>
            <a:ext cx="9576435" cy="582612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6" name="直接连接符 5"/>
          <p:cNvCxnSpPr/>
          <p:nvPr/>
        </p:nvCxnSpPr>
        <p:spPr>
          <a:xfrm flipH="1">
            <a:off x="3957320" y="873760"/>
            <a:ext cx="10160" cy="56489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2374265" y="883920"/>
            <a:ext cx="957643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2374265" y="6292850"/>
            <a:ext cx="1168400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900"/>
              <a:t>⚪</a:t>
            </a:r>
            <a:r>
              <a:rPr lang="en-US" altLang="zh-CN" sz="900"/>
              <a:t> user</a:t>
            </a:r>
            <a:r>
              <a:rPr lang="en-US" altLang="zh-CN" sz="900"/>
              <a:t>name</a:t>
            </a:r>
            <a:endParaRPr lang="en-US" altLang="zh-CN" sz="900"/>
          </a:p>
        </p:txBody>
      </p:sp>
      <p:sp>
        <p:nvSpPr>
          <p:cNvPr id="10" name="文本框 9"/>
          <p:cNvSpPr txBox="1"/>
          <p:nvPr/>
        </p:nvSpPr>
        <p:spPr>
          <a:xfrm>
            <a:off x="2374265" y="706755"/>
            <a:ext cx="2271395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900"/>
              <a:t>         </a:t>
            </a:r>
            <a:r>
              <a:rPr lang="zh-CN" altLang="en-US" sz="900"/>
              <a:t>文件</a:t>
            </a:r>
            <a:r>
              <a:rPr lang="en-US" altLang="zh-CN" sz="900"/>
              <a:t>   </a:t>
            </a:r>
            <a:r>
              <a:rPr lang="zh-CN" altLang="en-US" sz="900"/>
              <a:t>编辑</a:t>
            </a:r>
            <a:r>
              <a:rPr lang="en-US" altLang="zh-CN" sz="900"/>
              <a:t>   </a:t>
            </a:r>
            <a:r>
              <a:rPr lang="zh-CN" altLang="en-US" sz="900"/>
              <a:t>视图</a:t>
            </a:r>
            <a:r>
              <a:rPr lang="en-US" altLang="zh-CN" sz="900"/>
              <a:t>    </a:t>
            </a:r>
            <a:r>
              <a:rPr lang="zh-CN" altLang="en-US" sz="900"/>
              <a:t>帮助与说明</a:t>
            </a:r>
            <a:endParaRPr lang="en-US" altLang="zh-CN" sz="900"/>
          </a:p>
        </p:txBody>
      </p:sp>
      <p:sp>
        <p:nvSpPr>
          <p:cNvPr id="11" name="文本框 10"/>
          <p:cNvSpPr txBox="1"/>
          <p:nvPr/>
        </p:nvSpPr>
        <p:spPr>
          <a:xfrm>
            <a:off x="11181080" y="696595"/>
            <a:ext cx="769620" cy="1771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900">
                <a:sym typeface="+mn-ea"/>
              </a:rPr>
              <a:t>-      =      x</a:t>
            </a:r>
            <a:endParaRPr lang="en-US" altLang="zh-CN" sz="900">
              <a:sym typeface="+mn-ea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5236210" y="5622925"/>
            <a:ext cx="5742940" cy="74358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5236210" y="6136640"/>
            <a:ext cx="1168400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900"/>
              <a:t>+    ( ! )</a:t>
            </a:r>
            <a:r>
              <a:rPr lang="zh-CN" altLang="en-US" sz="900"/>
              <a:t>自动化</a:t>
            </a:r>
            <a:endParaRPr lang="zh-CN" altLang="en-US" sz="900"/>
          </a:p>
        </p:txBody>
      </p:sp>
      <p:sp>
        <p:nvSpPr>
          <p:cNvPr id="17" name="文本框 16"/>
          <p:cNvSpPr txBox="1"/>
          <p:nvPr/>
        </p:nvSpPr>
        <p:spPr>
          <a:xfrm>
            <a:off x="8905875" y="6137275"/>
            <a:ext cx="2073275" cy="2292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r"/>
            <a:r>
              <a:rPr lang="zh-CN" altLang="en-US" sz="900"/>
              <a:t>⚪</a:t>
            </a:r>
            <a:r>
              <a:rPr lang="en-US" altLang="zh-CN" sz="900"/>
              <a:t>      qwen3.6-max</a:t>
            </a:r>
            <a:r>
              <a:rPr lang="zh-CN" altLang="en-US" sz="900"/>
              <a:t>⬇</a:t>
            </a:r>
            <a:r>
              <a:rPr lang="en-US" altLang="zh-CN" sz="900"/>
              <a:t>high   </a:t>
            </a:r>
            <a:r>
              <a:rPr lang="zh-CN" altLang="en-US" sz="900"/>
              <a:t>⬆</a:t>
            </a:r>
            <a:endParaRPr lang="zh-CN" altLang="en-US" sz="900"/>
          </a:p>
        </p:txBody>
      </p:sp>
      <p:cxnSp>
        <p:nvCxnSpPr>
          <p:cNvPr id="18" name="直接连接符 17"/>
          <p:cNvCxnSpPr/>
          <p:nvPr/>
        </p:nvCxnSpPr>
        <p:spPr>
          <a:xfrm>
            <a:off x="5236210" y="6137275"/>
            <a:ext cx="574294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9" name="文本框 18"/>
          <p:cNvSpPr txBox="1"/>
          <p:nvPr/>
        </p:nvSpPr>
        <p:spPr>
          <a:xfrm>
            <a:off x="5236210" y="5622925"/>
            <a:ext cx="1168400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900"/>
              <a:t>输入并发送</a:t>
            </a:r>
            <a:r>
              <a:rPr lang="zh-CN" altLang="en-US" sz="900"/>
              <a:t>以开始</a:t>
            </a:r>
            <a:endParaRPr lang="zh-CN" altLang="en-US" sz="900"/>
          </a:p>
        </p:txBody>
      </p:sp>
      <p:sp>
        <p:nvSpPr>
          <p:cNvPr id="20" name="文本框 19"/>
          <p:cNvSpPr txBox="1"/>
          <p:nvPr/>
        </p:nvSpPr>
        <p:spPr>
          <a:xfrm>
            <a:off x="5236210" y="2706370"/>
            <a:ext cx="55245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要在</a:t>
            </a:r>
            <a:r>
              <a:rPr lang="en-US" altLang="zh-CN"/>
              <a:t>sciencescope_test_proj</a:t>
            </a:r>
            <a:r>
              <a:rPr lang="zh-CN" altLang="en-US"/>
              <a:t>里研究什么？</a:t>
            </a:r>
            <a:r>
              <a:rPr lang="en-US" altLang="zh-CN"/>
              <a:t>UserN</a:t>
            </a:r>
            <a:r>
              <a:rPr lang="en-US" altLang="zh-CN"/>
              <a:t>ame</a:t>
            </a:r>
            <a:endParaRPr lang="en-US" altLang="zh-CN"/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1">
            <a:alphaModFix amt="20000"/>
          </a:blip>
          <a:srcRect l="30500" t="22259" r="29231" b="37028"/>
          <a:stretch>
            <a:fillRect/>
          </a:stretch>
        </p:blipFill>
        <p:spPr>
          <a:xfrm>
            <a:off x="7807960" y="2139950"/>
            <a:ext cx="538480" cy="544830"/>
          </a:xfrm>
          <a:prstGeom prst="rect">
            <a:avLst/>
          </a:prstGeom>
        </p:spPr>
      </p:pic>
      <p:sp>
        <p:nvSpPr>
          <p:cNvPr id="24" name="文本框 23"/>
          <p:cNvSpPr txBox="1"/>
          <p:nvPr/>
        </p:nvSpPr>
        <p:spPr>
          <a:xfrm>
            <a:off x="6042660" y="3105785"/>
            <a:ext cx="1168400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900"/>
              <a:t>⚪</a:t>
            </a:r>
            <a:r>
              <a:rPr lang="en-US" altLang="zh-CN" sz="900"/>
              <a:t> </a:t>
            </a:r>
            <a:r>
              <a:rPr lang="zh-CN" altLang="en-US" sz="900"/>
              <a:t>最近的</a:t>
            </a:r>
            <a:r>
              <a:rPr lang="zh-CN" altLang="en-US" sz="900"/>
              <a:t>项目</a:t>
            </a:r>
            <a:endParaRPr lang="zh-CN" altLang="en-US" sz="900"/>
          </a:p>
        </p:txBody>
      </p:sp>
      <p:sp>
        <p:nvSpPr>
          <p:cNvPr id="25" name="矩形 24"/>
          <p:cNvSpPr/>
          <p:nvPr/>
        </p:nvSpPr>
        <p:spPr>
          <a:xfrm>
            <a:off x="6080760" y="3096260"/>
            <a:ext cx="3993515" cy="1128395"/>
          </a:xfrm>
          <a:prstGeom prst="rect">
            <a:avLst/>
          </a:prstGeom>
          <a:noFill/>
          <a:ln>
            <a:solidFill>
              <a:schemeClr val="bg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文本框 25"/>
          <p:cNvSpPr txBox="1"/>
          <p:nvPr/>
        </p:nvSpPr>
        <p:spPr>
          <a:xfrm>
            <a:off x="6042660" y="3335655"/>
            <a:ext cx="3993515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900"/>
              <a:t>⚪</a:t>
            </a:r>
            <a:r>
              <a:rPr lang="en-US" altLang="zh-CN" sz="900"/>
              <a:t> sciencescope_test_proj: test</a:t>
            </a:r>
            <a:r>
              <a:rPr lang="zh-CN" altLang="en-US" sz="900"/>
              <a:t>①</a:t>
            </a:r>
            <a:endParaRPr lang="zh-CN" altLang="en-US" sz="900"/>
          </a:p>
        </p:txBody>
      </p:sp>
      <p:sp>
        <p:nvSpPr>
          <p:cNvPr id="27" name="文本框 26"/>
          <p:cNvSpPr txBox="1"/>
          <p:nvPr/>
        </p:nvSpPr>
        <p:spPr>
          <a:xfrm>
            <a:off x="6042660" y="3565525"/>
            <a:ext cx="3993515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900"/>
              <a:t>⚪</a:t>
            </a:r>
            <a:r>
              <a:rPr lang="en-US" altLang="zh-CN" sz="900"/>
              <a:t> sciencescope_test_proj: test</a:t>
            </a:r>
            <a:r>
              <a:rPr lang="zh-CN" altLang="en-US" sz="900"/>
              <a:t>②</a:t>
            </a:r>
            <a:endParaRPr lang="zh-CN" altLang="en-US" sz="900"/>
          </a:p>
        </p:txBody>
      </p:sp>
      <p:sp>
        <p:nvSpPr>
          <p:cNvPr id="28" name="文本框 27"/>
          <p:cNvSpPr txBox="1"/>
          <p:nvPr/>
        </p:nvSpPr>
        <p:spPr>
          <a:xfrm>
            <a:off x="6042660" y="3795395"/>
            <a:ext cx="3993515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900"/>
              <a:t>⚪</a:t>
            </a:r>
            <a:r>
              <a:rPr lang="en-US" altLang="zh-CN" sz="900"/>
              <a:t> sciencescope_test_proj2: test</a:t>
            </a:r>
            <a:r>
              <a:rPr lang="zh-CN" altLang="en-US" sz="900"/>
              <a:t>①</a:t>
            </a:r>
            <a:endParaRPr lang="zh-CN" altLang="en-US" sz="900"/>
          </a:p>
        </p:txBody>
      </p:sp>
      <p:sp>
        <p:nvSpPr>
          <p:cNvPr id="29" name="文本框 28"/>
          <p:cNvSpPr txBox="1"/>
          <p:nvPr/>
        </p:nvSpPr>
        <p:spPr>
          <a:xfrm>
            <a:off x="6042660" y="3994785"/>
            <a:ext cx="3993515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800"/>
              <a:t>↘</a:t>
            </a:r>
            <a:r>
              <a:rPr lang="zh-CN" altLang="en-US" sz="800"/>
              <a:t>更多</a:t>
            </a:r>
            <a:r>
              <a:rPr lang="zh-CN" altLang="en-US" sz="800"/>
              <a:t>项目</a:t>
            </a:r>
            <a:endParaRPr lang="zh-CN" altLang="en-US" sz="800"/>
          </a:p>
        </p:txBody>
      </p:sp>
      <p:sp>
        <p:nvSpPr>
          <p:cNvPr id="31" name="文本框 30"/>
          <p:cNvSpPr txBox="1"/>
          <p:nvPr/>
        </p:nvSpPr>
        <p:spPr>
          <a:xfrm>
            <a:off x="8905875" y="3335655"/>
            <a:ext cx="1168400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r"/>
            <a:r>
              <a:rPr lang="en-US" altLang="zh-CN" sz="900"/>
              <a:t>58</a:t>
            </a:r>
            <a:r>
              <a:rPr lang="zh-CN" altLang="en-US" sz="900"/>
              <a:t>秒前</a:t>
            </a:r>
            <a:endParaRPr lang="zh-CN" altLang="en-US" sz="900"/>
          </a:p>
        </p:txBody>
      </p:sp>
      <p:sp>
        <p:nvSpPr>
          <p:cNvPr id="32" name="文本框 31"/>
          <p:cNvSpPr txBox="1"/>
          <p:nvPr/>
        </p:nvSpPr>
        <p:spPr>
          <a:xfrm>
            <a:off x="8905875" y="3579495"/>
            <a:ext cx="1168400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r"/>
            <a:r>
              <a:rPr lang="en-US" sz="900"/>
              <a:t>2</a:t>
            </a:r>
            <a:r>
              <a:rPr lang="zh-CN" altLang="en-US" sz="900"/>
              <a:t>小时</a:t>
            </a:r>
            <a:r>
              <a:rPr lang="en-US" altLang="zh-CN" sz="900"/>
              <a:t>32</a:t>
            </a:r>
            <a:r>
              <a:rPr lang="zh-CN" altLang="en-US" sz="900"/>
              <a:t>分钟</a:t>
            </a:r>
            <a:r>
              <a:rPr lang="zh-CN" altLang="en-US" sz="900"/>
              <a:t>前</a:t>
            </a:r>
            <a:endParaRPr lang="zh-CN" altLang="en-US" sz="900"/>
          </a:p>
        </p:txBody>
      </p:sp>
      <p:sp>
        <p:nvSpPr>
          <p:cNvPr id="33" name="文本框 32"/>
          <p:cNvSpPr txBox="1"/>
          <p:nvPr/>
        </p:nvSpPr>
        <p:spPr>
          <a:xfrm>
            <a:off x="8905875" y="3809365"/>
            <a:ext cx="1168400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r"/>
            <a:r>
              <a:rPr lang="en-US" sz="900"/>
              <a:t>9</a:t>
            </a:r>
            <a:r>
              <a:rPr lang="zh-CN" altLang="en-US" sz="900"/>
              <a:t>天</a:t>
            </a:r>
            <a:r>
              <a:rPr lang="zh-CN" altLang="en-US" sz="900"/>
              <a:t>前</a:t>
            </a:r>
            <a:endParaRPr lang="zh-CN" altLang="en-US" sz="900"/>
          </a:p>
        </p:txBody>
      </p:sp>
      <p:sp>
        <p:nvSpPr>
          <p:cNvPr id="35" name="文本框 34"/>
          <p:cNvSpPr txBox="1"/>
          <p:nvPr/>
        </p:nvSpPr>
        <p:spPr>
          <a:xfrm>
            <a:off x="2374265" y="947420"/>
            <a:ext cx="1168400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900"/>
              <a:t>新</a:t>
            </a:r>
            <a:r>
              <a:rPr lang="zh-CN" altLang="en-US" sz="900"/>
              <a:t>对话</a:t>
            </a:r>
            <a:endParaRPr lang="zh-CN" altLang="en-US" sz="900"/>
          </a:p>
        </p:txBody>
      </p:sp>
      <p:sp>
        <p:nvSpPr>
          <p:cNvPr id="37" name="文本框 36"/>
          <p:cNvSpPr txBox="1"/>
          <p:nvPr/>
        </p:nvSpPr>
        <p:spPr>
          <a:xfrm>
            <a:off x="2374265" y="1177290"/>
            <a:ext cx="1168400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900"/>
              <a:t>数据库</a:t>
            </a:r>
            <a:endParaRPr lang="zh-CN" altLang="en-US" sz="900"/>
          </a:p>
        </p:txBody>
      </p:sp>
      <p:sp>
        <p:nvSpPr>
          <p:cNvPr id="48" name="文本框 47"/>
          <p:cNvSpPr txBox="1"/>
          <p:nvPr/>
        </p:nvSpPr>
        <p:spPr>
          <a:xfrm>
            <a:off x="7757795" y="4531995"/>
            <a:ext cx="638810" cy="2349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sz="900"/>
              <a:t>CNKI</a:t>
            </a:r>
            <a:endParaRPr lang="en-US" sz="900"/>
          </a:p>
        </p:txBody>
      </p:sp>
      <p:sp>
        <p:nvSpPr>
          <p:cNvPr id="49" name="文本框 48"/>
          <p:cNvSpPr txBox="1"/>
          <p:nvPr/>
        </p:nvSpPr>
        <p:spPr>
          <a:xfrm>
            <a:off x="6708775" y="4543425"/>
            <a:ext cx="638810" cy="2349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sz="900"/>
              <a:t>WOS</a:t>
            </a:r>
            <a:endParaRPr lang="en-US" sz="900"/>
          </a:p>
        </p:txBody>
      </p:sp>
      <p:sp>
        <p:nvSpPr>
          <p:cNvPr id="50" name="文本框 49"/>
          <p:cNvSpPr txBox="1"/>
          <p:nvPr/>
        </p:nvSpPr>
        <p:spPr>
          <a:xfrm>
            <a:off x="5659755" y="4543425"/>
            <a:ext cx="638810" cy="2349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900"/>
              <a:t>EIsevier</a:t>
            </a:r>
            <a:endParaRPr lang="en-US" altLang="zh-CN" sz="900"/>
          </a:p>
        </p:txBody>
      </p:sp>
      <p:sp>
        <p:nvSpPr>
          <p:cNvPr id="51" name="文本框 50"/>
          <p:cNvSpPr txBox="1"/>
          <p:nvPr/>
        </p:nvSpPr>
        <p:spPr>
          <a:xfrm>
            <a:off x="8806815" y="4534535"/>
            <a:ext cx="699770" cy="2286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900"/>
              <a:t>万方</a:t>
            </a:r>
            <a:r>
              <a:rPr lang="zh-CN" altLang="en-US" sz="900"/>
              <a:t>数据</a:t>
            </a:r>
            <a:endParaRPr lang="zh-CN" altLang="en-US" sz="900"/>
          </a:p>
        </p:txBody>
      </p:sp>
      <p:sp>
        <p:nvSpPr>
          <p:cNvPr id="52" name="文本框 51"/>
          <p:cNvSpPr txBox="1"/>
          <p:nvPr/>
        </p:nvSpPr>
        <p:spPr>
          <a:xfrm>
            <a:off x="9916795" y="4534535"/>
            <a:ext cx="699770" cy="2286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900"/>
              <a:t>S</a:t>
            </a:r>
            <a:r>
              <a:rPr lang="en-US" altLang="zh-CN" sz="900"/>
              <a:t>pringer</a:t>
            </a:r>
            <a:endParaRPr lang="en-US" altLang="zh-CN" sz="900"/>
          </a:p>
        </p:txBody>
      </p:sp>
      <p:sp>
        <p:nvSpPr>
          <p:cNvPr id="59" name="文本框 58"/>
          <p:cNvSpPr txBox="1"/>
          <p:nvPr/>
        </p:nvSpPr>
        <p:spPr>
          <a:xfrm>
            <a:off x="2374265" y="1407160"/>
            <a:ext cx="1168400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900"/>
              <a:t>工作站</a:t>
            </a:r>
            <a:endParaRPr lang="zh-CN" altLang="en-US" sz="900"/>
          </a:p>
        </p:txBody>
      </p:sp>
      <p:sp>
        <p:nvSpPr>
          <p:cNvPr id="2" name="文本框 1"/>
          <p:cNvSpPr txBox="1"/>
          <p:nvPr/>
        </p:nvSpPr>
        <p:spPr>
          <a:xfrm>
            <a:off x="10733405" y="1417955"/>
            <a:ext cx="1168400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900"/>
              <a:t>说明：这里负责叫出会议秘书，仅在会议中可以</a:t>
            </a:r>
            <a:r>
              <a:rPr lang="zh-CN" altLang="en-US" sz="900"/>
              <a:t>叫出</a:t>
            </a:r>
            <a:endParaRPr lang="zh-CN" altLang="en-US" sz="900"/>
          </a:p>
        </p:txBody>
      </p:sp>
      <p:sp>
        <p:nvSpPr>
          <p:cNvPr id="3" name="上箭头 2"/>
          <p:cNvSpPr/>
          <p:nvPr/>
        </p:nvSpPr>
        <p:spPr>
          <a:xfrm rot="900000">
            <a:off x="9286240" y="6327140"/>
            <a:ext cx="115570" cy="207010"/>
          </a:xfrm>
          <a:prstGeom prst="up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9565005" y="941705"/>
            <a:ext cx="116840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900"/>
              <a:t>说明：这里负责打开工具内置的浏览器，从工作台内点击链接会自动弹出浏览器侧边栏。内置一个轻量浏览器内核，可记录</a:t>
            </a:r>
            <a:r>
              <a:rPr lang="en-US" altLang="zh-CN" sz="900"/>
              <a:t>cookie</a:t>
            </a:r>
            <a:endParaRPr lang="en-US" altLang="zh-CN" sz="900"/>
          </a:p>
        </p:txBody>
      </p:sp>
      <p:sp>
        <p:nvSpPr>
          <p:cNvPr id="12" name="上箭头 11"/>
          <p:cNvSpPr/>
          <p:nvPr/>
        </p:nvSpPr>
        <p:spPr>
          <a:xfrm rot="4980000">
            <a:off x="10918190" y="759460"/>
            <a:ext cx="142240" cy="687705"/>
          </a:xfrm>
          <a:prstGeom prst="up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矩形 33"/>
          <p:cNvSpPr/>
          <p:nvPr/>
        </p:nvSpPr>
        <p:spPr>
          <a:xfrm>
            <a:off x="5508625" y="5518785"/>
            <a:ext cx="789940" cy="66675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6" name="文本框 35"/>
          <p:cNvSpPr txBox="1"/>
          <p:nvPr/>
        </p:nvSpPr>
        <p:spPr>
          <a:xfrm>
            <a:off x="5508625" y="5518785"/>
            <a:ext cx="789940" cy="2146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900"/>
              <a:t>询问后</a:t>
            </a:r>
            <a:r>
              <a:rPr lang="zh-CN" altLang="en-US" sz="900"/>
              <a:t>进行</a:t>
            </a:r>
            <a:endParaRPr lang="zh-CN" altLang="en-US" sz="900"/>
          </a:p>
        </p:txBody>
      </p:sp>
      <p:sp>
        <p:nvSpPr>
          <p:cNvPr id="39" name="文本框 38"/>
          <p:cNvSpPr txBox="1"/>
          <p:nvPr/>
        </p:nvSpPr>
        <p:spPr>
          <a:xfrm>
            <a:off x="5508625" y="5733415"/>
            <a:ext cx="789940" cy="2146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900"/>
              <a:t>完全</a:t>
            </a:r>
            <a:r>
              <a:rPr lang="zh-CN" altLang="en-US" sz="900"/>
              <a:t>接管</a:t>
            </a:r>
            <a:endParaRPr lang="zh-CN" altLang="en-US" sz="900"/>
          </a:p>
        </p:txBody>
      </p:sp>
      <p:sp>
        <p:nvSpPr>
          <p:cNvPr id="40" name="文本框 39"/>
          <p:cNvSpPr txBox="1"/>
          <p:nvPr/>
        </p:nvSpPr>
        <p:spPr>
          <a:xfrm>
            <a:off x="5508625" y="5948045"/>
            <a:ext cx="789940" cy="2146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900"/>
              <a:t>自动化</a:t>
            </a:r>
            <a:endParaRPr lang="zh-CN" altLang="en-US" sz="900"/>
          </a:p>
        </p:txBody>
      </p:sp>
      <p:sp>
        <p:nvSpPr>
          <p:cNvPr id="41" name="文本框 40"/>
          <p:cNvSpPr txBox="1"/>
          <p:nvPr/>
        </p:nvSpPr>
        <p:spPr>
          <a:xfrm>
            <a:off x="6237605" y="6545580"/>
            <a:ext cx="2745740" cy="3124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900"/>
              <a:t>说明：自动化是主专家自行决定研究阶段、自行研究、</a:t>
            </a:r>
            <a:r>
              <a:rPr lang="en-US" altLang="zh-CN" sz="900"/>
              <a:t>@</a:t>
            </a:r>
            <a:r>
              <a:rPr lang="zh-CN" altLang="en-US" sz="900"/>
              <a:t>其它专家</a:t>
            </a:r>
            <a:r>
              <a:rPr lang="zh-CN" altLang="en-US" sz="900"/>
              <a:t>交流</a:t>
            </a:r>
            <a:endParaRPr lang="zh-CN" altLang="en-US" sz="900"/>
          </a:p>
        </p:txBody>
      </p:sp>
      <p:sp>
        <p:nvSpPr>
          <p:cNvPr id="42" name="上箭头 41"/>
          <p:cNvSpPr/>
          <p:nvPr/>
        </p:nvSpPr>
        <p:spPr>
          <a:xfrm rot="19680000">
            <a:off x="6145530" y="6043295"/>
            <a:ext cx="112395" cy="721995"/>
          </a:xfrm>
          <a:prstGeom prst="up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3" name="文本框 42"/>
          <p:cNvSpPr txBox="1"/>
          <p:nvPr/>
        </p:nvSpPr>
        <p:spPr>
          <a:xfrm>
            <a:off x="9025890" y="6532880"/>
            <a:ext cx="13569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900"/>
              <a:t>说明：圆圈</a:t>
            </a:r>
            <a:r>
              <a:rPr lang="zh-CN" altLang="en-US" sz="900"/>
              <a:t>是鼠标悬停显示上下文</a:t>
            </a:r>
            <a:r>
              <a:rPr lang="zh-CN" altLang="en-US" sz="900"/>
              <a:t>窗口</a:t>
            </a:r>
            <a:endParaRPr lang="zh-CN" altLang="en-US" sz="900"/>
          </a:p>
        </p:txBody>
      </p:sp>
      <p:sp>
        <p:nvSpPr>
          <p:cNvPr id="44" name="文本框 43"/>
          <p:cNvSpPr txBox="1"/>
          <p:nvPr/>
        </p:nvSpPr>
        <p:spPr>
          <a:xfrm>
            <a:off x="2374265" y="1725295"/>
            <a:ext cx="1168400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900"/>
              <a:t>置顶</a:t>
            </a:r>
            <a:r>
              <a:rPr lang="en-US" altLang="zh-CN" sz="900"/>
              <a:t>&gt;</a:t>
            </a:r>
            <a:endParaRPr lang="en-US" altLang="zh-CN" sz="900"/>
          </a:p>
        </p:txBody>
      </p:sp>
      <p:sp>
        <p:nvSpPr>
          <p:cNvPr id="45" name="文本框 44"/>
          <p:cNvSpPr txBox="1"/>
          <p:nvPr/>
        </p:nvSpPr>
        <p:spPr>
          <a:xfrm>
            <a:off x="2374265" y="1955165"/>
            <a:ext cx="1433195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900">
                <a:sym typeface="+mn-ea"/>
              </a:rPr>
              <a:t>sciencescope_test_p…</a:t>
            </a:r>
            <a:endParaRPr lang="en-US" altLang="zh-CN" sz="900">
              <a:sym typeface="+mn-ea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2374265" y="2684780"/>
            <a:ext cx="1168400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900"/>
              <a:t>全部项目与聊天</a:t>
            </a:r>
            <a:r>
              <a:rPr lang="en-US" altLang="zh-CN" sz="900"/>
              <a:t>&gt;</a:t>
            </a:r>
            <a:endParaRPr lang="en-US" altLang="zh-CN" sz="900"/>
          </a:p>
        </p:txBody>
      </p:sp>
      <p:sp>
        <p:nvSpPr>
          <p:cNvPr id="53" name="文本框 52"/>
          <p:cNvSpPr txBox="1"/>
          <p:nvPr/>
        </p:nvSpPr>
        <p:spPr>
          <a:xfrm>
            <a:off x="2473325" y="2185035"/>
            <a:ext cx="1433195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900">
                <a:sym typeface="+mn-ea"/>
              </a:rPr>
              <a:t>⚪</a:t>
            </a:r>
            <a:r>
              <a:rPr lang="en-US" altLang="zh-CN" sz="900">
                <a:sym typeface="+mn-ea"/>
              </a:rPr>
              <a:t> test</a:t>
            </a:r>
            <a:r>
              <a:rPr lang="zh-CN" altLang="en-US" sz="900">
                <a:sym typeface="+mn-ea"/>
              </a:rPr>
              <a:t>①</a:t>
            </a:r>
            <a:endParaRPr lang="zh-CN" altLang="en-US" sz="900">
              <a:sym typeface="+mn-ea"/>
            </a:endParaRPr>
          </a:p>
        </p:txBody>
      </p:sp>
      <p:sp>
        <p:nvSpPr>
          <p:cNvPr id="58" name="文本框 57"/>
          <p:cNvSpPr txBox="1"/>
          <p:nvPr/>
        </p:nvSpPr>
        <p:spPr>
          <a:xfrm>
            <a:off x="3692525" y="2139950"/>
            <a:ext cx="274955" cy="2146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r"/>
            <a:r>
              <a:rPr lang="en-US" altLang="zh-CN" sz="900">
                <a:sym typeface="+mn-ea"/>
              </a:rPr>
              <a:t>…</a:t>
            </a:r>
            <a:endParaRPr lang="en-US" altLang="zh-CN" sz="900">
              <a:sym typeface="+mn-ea"/>
            </a:endParaRPr>
          </a:p>
        </p:txBody>
      </p:sp>
      <p:sp>
        <p:nvSpPr>
          <p:cNvPr id="60" name="文本框 59"/>
          <p:cNvSpPr txBox="1"/>
          <p:nvPr/>
        </p:nvSpPr>
        <p:spPr>
          <a:xfrm>
            <a:off x="2473325" y="2414905"/>
            <a:ext cx="1433195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900">
                <a:sym typeface="+mn-ea"/>
              </a:rPr>
              <a:t>⚪</a:t>
            </a:r>
            <a:r>
              <a:rPr lang="en-US" altLang="zh-CN" sz="900">
                <a:sym typeface="+mn-ea"/>
              </a:rPr>
              <a:t> test</a:t>
            </a:r>
            <a:r>
              <a:rPr lang="zh-CN" altLang="en-US" sz="900">
                <a:sym typeface="+mn-ea"/>
              </a:rPr>
              <a:t>①</a:t>
            </a:r>
            <a:endParaRPr lang="zh-CN" altLang="en-US" sz="900">
              <a:sym typeface="+mn-ea"/>
            </a:endParaRPr>
          </a:p>
        </p:txBody>
      </p:sp>
      <p:sp>
        <p:nvSpPr>
          <p:cNvPr id="61" name="文本框 60"/>
          <p:cNvSpPr txBox="1"/>
          <p:nvPr/>
        </p:nvSpPr>
        <p:spPr>
          <a:xfrm>
            <a:off x="3692525" y="2400300"/>
            <a:ext cx="274955" cy="2146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r"/>
            <a:r>
              <a:rPr lang="en-US" altLang="zh-CN" sz="900">
                <a:sym typeface="+mn-ea"/>
              </a:rPr>
              <a:t>…</a:t>
            </a:r>
            <a:endParaRPr lang="en-US" altLang="zh-CN" sz="900">
              <a:sym typeface="+mn-ea"/>
            </a:endParaRPr>
          </a:p>
        </p:txBody>
      </p:sp>
      <p:sp>
        <p:nvSpPr>
          <p:cNvPr id="69" name="文本框 68"/>
          <p:cNvSpPr txBox="1"/>
          <p:nvPr/>
        </p:nvSpPr>
        <p:spPr>
          <a:xfrm>
            <a:off x="2374265" y="2914650"/>
            <a:ext cx="1433195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900">
                <a:sym typeface="+mn-ea"/>
              </a:rPr>
              <a:t>sciencescope_test_p…</a:t>
            </a:r>
            <a:endParaRPr lang="en-US" altLang="zh-CN" sz="900">
              <a:sym typeface="+mn-ea"/>
            </a:endParaRPr>
          </a:p>
        </p:txBody>
      </p:sp>
      <p:sp>
        <p:nvSpPr>
          <p:cNvPr id="70" name="文本框 69"/>
          <p:cNvSpPr txBox="1"/>
          <p:nvPr/>
        </p:nvSpPr>
        <p:spPr>
          <a:xfrm>
            <a:off x="2374265" y="3144520"/>
            <a:ext cx="1433195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900">
                <a:sym typeface="+mn-ea"/>
              </a:rPr>
              <a:t>⚪</a:t>
            </a:r>
            <a:r>
              <a:rPr lang="en-US" altLang="zh-CN" sz="900">
                <a:sym typeface="+mn-ea"/>
              </a:rPr>
              <a:t> chat</a:t>
            </a:r>
            <a:r>
              <a:rPr lang="zh-CN" altLang="en-US" sz="900">
                <a:sym typeface="+mn-ea"/>
              </a:rPr>
              <a:t>①</a:t>
            </a:r>
            <a:endParaRPr lang="zh-CN" altLang="en-US" sz="900">
              <a:sym typeface="+mn-ea"/>
            </a:endParaRPr>
          </a:p>
        </p:txBody>
      </p:sp>
      <p:sp>
        <p:nvSpPr>
          <p:cNvPr id="71" name="文本框 70"/>
          <p:cNvSpPr txBox="1"/>
          <p:nvPr/>
        </p:nvSpPr>
        <p:spPr>
          <a:xfrm>
            <a:off x="2374265" y="3382645"/>
            <a:ext cx="1433195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900">
                <a:sym typeface="+mn-ea"/>
              </a:rPr>
              <a:t>⚪</a:t>
            </a:r>
            <a:r>
              <a:rPr lang="en-US" altLang="zh-CN" sz="900">
                <a:sym typeface="+mn-ea"/>
              </a:rPr>
              <a:t> chat</a:t>
            </a:r>
            <a:r>
              <a:rPr lang="zh-CN" altLang="en-US" sz="900">
                <a:sym typeface="+mn-ea"/>
              </a:rPr>
              <a:t>②</a:t>
            </a:r>
            <a:endParaRPr lang="zh-CN" altLang="en-US" sz="900">
              <a:sym typeface="+mn-ea"/>
            </a:endParaRPr>
          </a:p>
        </p:txBody>
      </p:sp>
      <p:sp>
        <p:nvSpPr>
          <p:cNvPr id="72" name="文本框 71"/>
          <p:cNvSpPr txBox="1"/>
          <p:nvPr/>
        </p:nvSpPr>
        <p:spPr>
          <a:xfrm>
            <a:off x="3501390" y="2920365"/>
            <a:ext cx="466090" cy="2139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r"/>
            <a:r>
              <a:rPr lang="en-US" altLang="zh-CN" sz="900">
                <a:sym typeface="+mn-ea"/>
              </a:rPr>
              <a:t>↓ </a:t>
            </a:r>
            <a:r>
              <a:rPr lang="en-US" altLang="zh-CN" sz="900">
                <a:sym typeface="+mn-ea"/>
              </a:rPr>
              <a:t>…</a:t>
            </a:r>
            <a:endParaRPr lang="en-US" altLang="zh-CN" sz="900">
              <a:sym typeface="+mn-ea"/>
            </a:endParaRPr>
          </a:p>
        </p:txBody>
      </p:sp>
      <p:sp>
        <p:nvSpPr>
          <p:cNvPr id="73" name="文本框 72"/>
          <p:cNvSpPr txBox="1"/>
          <p:nvPr/>
        </p:nvSpPr>
        <p:spPr>
          <a:xfrm>
            <a:off x="3692525" y="3150235"/>
            <a:ext cx="274955" cy="2146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r"/>
            <a:r>
              <a:rPr lang="en-US" altLang="zh-CN" sz="900">
                <a:sym typeface="+mn-ea"/>
              </a:rPr>
              <a:t>…</a:t>
            </a:r>
            <a:endParaRPr lang="en-US" altLang="zh-CN" sz="900">
              <a:sym typeface="+mn-ea"/>
            </a:endParaRPr>
          </a:p>
        </p:txBody>
      </p:sp>
      <p:sp>
        <p:nvSpPr>
          <p:cNvPr id="74" name="文本框 73"/>
          <p:cNvSpPr txBox="1"/>
          <p:nvPr/>
        </p:nvSpPr>
        <p:spPr>
          <a:xfrm>
            <a:off x="3692525" y="3364865"/>
            <a:ext cx="274955" cy="2146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r"/>
            <a:r>
              <a:rPr lang="en-US" altLang="zh-CN" sz="900">
                <a:sym typeface="+mn-ea"/>
              </a:rPr>
              <a:t>…</a:t>
            </a:r>
            <a:endParaRPr lang="en-US" altLang="zh-CN" sz="900">
              <a:sym typeface="+mn-ea"/>
            </a:endParaRPr>
          </a:p>
        </p:txBody>
      </p:sp>
      <p:sp>
        <p:nvSpPr>
          <p:cNvPr id="77" name="文本框 76"/>
          <p:cNvSpPr txBox="1"/>
          <p:nvPr/>
        </p:nvSpPr>
        <p:spPr>
          <a:xfrm>
            <a:off x="2374265" y="3612515"/>
            <a:ext cx="1433195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900">
                <a:sym typeface="+mn-ea"/>
              </a:rPr>
              <a:t>⚪</a:t>
            </a:r>
            <a:r>
              <a:rPr lang="en-US" altLang="zh-CN" sz="900">
                <a:sym typeface="+mn-ea"/>
              </a:rPr>
              <a:t> chat</a:t>
            </a:r>
            <a:endParaRPr lang="zh-CN" altLang="en-US" sz="900">
              <a:sym typeface="+mn-ea"/>
            </a:endParaRPr>
          </a:p>
        </p:txBody>
      </p:sp>
      <p:sp>
        <p:nvSpPr>
          <p:cNvPr id="78" name="文本框 77"/>
          <p:cNvSpPr txBox="1"/>
          <p:nvPr/>
        </p:nvSpPr>
        <p:spPr>
          <a:xfrm>
            <a:off x="2374265" y="3842385"/>
            <a:ext cx="1433195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900">
                <a:sym typeface="+mn-ea"/>
              </a:rPr>
              <a:t>⚪</a:t>
            </a:r>
            <a:r>
              <a:rPr lang="en-US" altLang="zh-CN" sz="900">
                <a:sym typeface="+mn-ea"/>
              </a:rPr>
              <a:t> chat</a:t>
            </a:r>
            <a:endParaRPr lang="zh-CN" altLang="en-US" sz="900">
              <a:sym typeface="+mn-ea"/>
            </a:endParaRPr>
          </a:p>
        </p:txBody>
      </p:sp>
      <p:sp>
        <p:nvSpPr>
          <p:cNvPr id="79" name="文本框 78"/>
          <p:cNvSpPr txBox="1"/>
          <p:nvPr/>
        </p:nvSpPr>
        <p:spPr>
          <a:xfrm>
            <a:off x="2374265" y="4072255"/>
            <a:ext cx="1433195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900">
                <a:sym typeface="+mn-ea"/>
              </a:rPr>
              <a:t>sci_proj</a:t>
            </a:r>
            <a:endParaRPr lang="en-US" altLang="zh-CN" sz="900">
              <a:sym typeface="+mn-ea"/>
            </a:endParaRPr>
          </a:p>
        </p:txBody>
      </p:sp>
      <p:sp>
        <p:nvSpPr>
          <p:cNvPr id="80" name="文本框 79"/>
          <p:cNvSpPr txBox="1"/>
          <p:nvPr/>
        </p:nvSpPr>
        <p:spPr>
          <a:xfrm>
            <a:off x="2374265" y="4302125"/>
            <a:ext cx="1433195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900">
                <a:sym typeface="+mn-ea"/>
              </a:rPr>
              <a:t>⚪</a:t>
            </a:r>
            <a:r>
              <a:rPr lang="en-US" altLang="zh-CN" sz="900">
                <a:sym typeface="+mn-ea"/>
              </a:rPr>
              <a:t> chat</a:t>
            </a:r>
            <a:endParaRPr lang="zh-CN" altLang="en-US" sz="900">
              <a:sym typeface="+mn-ea"/>
            </a:endParaRPr>
          </a:p>
        </p:txBody>
      </p:sp>
      <p:sp>
        <p:nvSpPr>
          <p:cNvPr id="81" name="文本框 80"/>
          <p:cNvSpPr txBox="1"/>
          <p:nvPr/>
        </p:nvSpPr>
        <p:spPr>
          <a:xfrm>
            <a:off x="2374265" y="4531995"/>
            <a:ext cx="1433195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900">
                <a:sym typeface="+mn-ea"/>
              </a:rPr>
              <a:t>⚪</a:t>
            </a:r>
            <a:r>
              <a:rPr lang="en-US" altLang="zh-CN" sz="900">
                <a:sym typeface="+mn-ea"/>
              </a:rPr>
              <a:t> chat</a:t>
            </a:r>
            <a:endParaRPr lang="zh-CN" altLang="en-US" sz="900">
              <a:sym typeface="+mn-ea"/>
            </a:endParaRPr>
          </a:p>
        </p:txBody>
      </p:sp>
      <p:sp>
        <p:nvSpPr>
          <p:cNvPr id="82" name="文本框 81"/>
          <p:cNvSpPr txBox="1"/>
          <p:nvPr/>
        </p:nvSpPr>
        <p:spPr>
          <a:xfrm>
            <a:off x="2374265" y="4761865"/>
            <a:ext cx="1433195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900">
                <a:sym typeface="+mn-ea"/>
              </a:rPr>
              <a:t>⚪</a:t>
            </a:r>
            <a:r>
              <a:rPr lang="en-US" altLang="zh-CN" sz="900">
                <a:sym typeface="+mn-ea"/>
              </a:rPr>
              <a:t> chat</a:t>
            </a:r>
            <a:endParaRPr lang="zh-CN" altLang="en-US" sz="900">
              <a:sym typeface="+mn-ea"/>
            </a:endParaRPr>
          </a:p>
        </p:txBody>
      </p:sp>
      <p:sp>
        <p:nvSpPr>
          <p:cNvPr id="83" name="文本框 82"/>
          <p:cNvSpPr txBox="1"/>
          <p:nvPr/>
        </p:nvSpPr>
        <p:spPr>
          <a:xfrm>
            <a:off x="2374265" y="4991735"/>
            <a:ext cx="1433195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900">
                <a:sym typeface="+mn-ea"/>
              </a:rPr>
              <a:t>⚪</a:t>
            </a:r>
            <a:r>
              <a:rPr lang="en-US" altLang="zh-CN" sz="900">
                <a:sym typeface="+mn-ea"/>
              </a:rPr>
              <a:t> cha</a:t>
            </a:r>
            <a:r>
              <a:rPr lang="en-US" altLang="zh-CN" sz="900">
                <a:sym typeface="+mn-ea"/>
              </a:rPr>
              <a:t>t</a:t>
            </a:r>
            <a:endParaRPr lang="en-US" altLang="zh-CN" sz="900">
              <a:sym typeface="+mn-ea"/>
            </a:endParaRPr>
          </a:p>
        </p:txBody>
      </p:sp>
      <p:sp>
        <p:nvSpPr>
          <p:cNvPr id="84" name="文本框 83"/>
          <p:cNvSpPr txBox="1"/>
          <p:nvPr/>
        </p:nvSpPr>
        <p:spPr>
          <a:xfrm>
            <a:off x="2374265" y="5250180"/>
            <a:ext cx="1433195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900">
                <a:sym typeface="+mn-ea"/>
              </a:rPr>
              <a:t>⚪</a:t>
            </a:r>
            <a:r>
              <a:rPr lang="en-US" altLang="zh-CN" sz="900">
                <a:sym typeface="+mn-ea"/>
              </a:rPr>
              <a:t> chat</a:t>
            </a:r>
            <a:endParaRPr lang="zh-CN" altLang="en-US" sz="900">
              <a:sym typeface="+mn-ea"/>
            </a:endParaRPr>
          </a:p>
        </p:txBody>
      </p:sp>
      <p:sp>
        <p:nvSpPr>
          <p:cNvPr id="85" name="文本框 84"/>
          <p:cNvSpPr txBox="1"/>
          <p:nvPr/>
        </p:nvSpPr>
        <p:spPr>
          <a:xfrm>
            <a:off x="2374265" y="5480050"/>
            <a:ext cx="1433195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900">
                <a:sym typeface="+mn-ea"/>
              </a:rPr>
              <a:t>⚪</a:t>
            </a:r>
            <a:r>
              <a:rPr lang="en-US" altLang="zh-CN" sz="900">
                <a:sym typeface="+mn-ea"/>
              </a:rPr>
              <a:t> chat</a:t>
            </a:r>
            <a:endParaRPr lang="zh-CN" altLang="en-US" sz="900">
              <a:sym typeface="+mn-ea"/>
            </a:endParaRPr>
          </a:p>
        </p:txBody>
      </p:sp>
      <p:sp>
        <p:nvSpPr>
          <p:cNvPr id="86" name="文本框 85"/>
          <p:cNvSpPr txBox="1"/>
          <p:nvPr/>
        </p:nvSpPr>
        <p:spPr>
          <a:xfrm>
            <a:off x="2374265" y="5709920"/>
            <a:ext cx="1433195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900">
                <a:sym typeface="+mn-ea"/>
              </a:rPr>
              <a:t>浏览更多</a:t>
            </a:r>
            <a:r>
              <a:rPr lang="en-US" altLang="zh-CN" sz="900">
                <a:sym typeface="+mn-ea"/>
              </a:rPr>
              <a:t>…</a:t>
            </a:r>
            <a:endParaRPr lang="zh-CN" altLang="en-US" sz="900">
              <a:sym typeface="+mn-ea"/>
            </a:endParaRPr>
          </a:p>
        </p:txBody>
      </p:sp>
      <p:sp>
        <p:nvSpPr>
          <p:cNvPr id="87" name="文本框 86"/>
          <p:cNvSpPr txBox="1"/>
          <p:nvPr/>
        </p:nvSpPr>
        <p:spPr>
          <a:xfrm>
            <a:off x="3692525" y="3594735"/>
            <a:ext cx="274955" cy="2146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r"/>
            <a:r>
              <a:rPr lang="en-US" altLang="zh-CN" sz="900">
                <a:sym typeface="+mn-ea"/>
              </a:rPr>
              <a:t>…</a:t>
            </a:r>
            <a:endParaRPr lang="en-US" altLang="zh-CN" sz="900">
              <a:sym typeface="+mn-ea"/>
            </a:endParaRPr>
          </a:p>
        </p:txBody>
      </p:sp>
      <p:sp>
        <p:nvSpPr>
          <p:cNvPr id="88" name="文本框 87"/>
          <p:cNvSpPr txBox="1"/>
          <p:nvPr/>
        </p:nvSpPr>
        <p:spPr>
          <a:xfrm>
            <a:off x="3692525" y="3832860"/>
            <a:ext cx="274955" cy="2146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r"/>
            <a:r>
              <a:rPr lang="en-US" altLang="zh-CN" sz="900">
                <a:sym typeface="+mn-ea"/>
              </a:rPr>
              <a:t>…</a:t>
            </a:r>
            <a:endParaRPr lang="en-US" altLang="zh-CN" sz="900">
              <a:sym typeface="+mn-ea"/>
            </a:endParaRPr>
          </a:p>
        </p:txBody>
      </p:sp>
      <p:sp>
        <p:nvSpPr>
          <p:cNvPr id="89" name="文本框 88"/>
          <p:cNvSpPr txBox="1"/>
          <p:nvPr/>
        </p:nvSpPr>
        <p:spPr>
          <a:xfrm>
            <a:off x="3489960" y="4101465"/>
            <a:ext cx="477520" cy="2063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r"/>
            <a:r>
              <a:rPr lang="en-US" altLang="zh-CN" sz="900">
                <a:sym typeface="+mn-ea"/>
              </a:rPr>
              <a:t>↓ </a:t>
            </a:r>
            <a:r>
              <a:rPr lang="en-US" altLang="zh-CN" sz="900">
                <a:sym typeface="+mn-ea"/>
              </a:rPr>
              <a:t>…</a:t>
            </a:r>
            <a:endParaRPr lang="en-US" altLang="zh-CN" sz="900">
              <a:sym typeface="+mn-ea"/>
            </a:endParaRPr>
          </a:p>
        </p:txBody>
      </p:sp>
      <p:sp>
        <p:nvSpPr>
          <p:cNvPr id="90" name="文本框 89"/>
          <p:cNvSpPr txBox="1"/>
          <p:nvPr/>
        </p:nvSpPr>
        <p:spPr>
          <a:xfrm>
            <a:off x="3692525" y="4269105"/>
            <a:ext cx="274955" cy="2146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r"/>
            <a:r>
              <a:rPr lang="en-US" altLang="zh-CN" sz="900">
                <a:sym typeface="+mn-ea"/>
              </a:rPr>
              <a:t>…</a:t>
            </a:r>
            <a:endParaRPr lang="en-US" altLang="zh-CN" sz="900">
              <a:sym typeface="+mn-ea"/>
            </a:endParaRPr>
          </a:p>
        </p:txBody>
      </p:sp>
      <p:sp>
        <p:nvSpPr>
          <p:cNvPr id="91" name="文本框 90"/>
          <p:cNvSpPr txBox="1"/>
          <p:nvPr/>
        </p:nvSpPr>
        <p:spPr>
          <a:xfrm>
            <a:off x="3692525" y="4507230"/>
            <a:ext cx="274955" cy="2146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r"/>
            <a:r>
              <a:rPr lang="en-US" altLang="zh-CN" sz="900">
                <a:sym typeface="+mn-ea"/>
              </a:rPr>
              <a:t>…</a:t>
            </a:r>
            <a:endParaRPr lang="en-US" altLang="zh-CN" sz="900">
              <a:sym typeface="+mn-ea"/>
            </a:endParaRPr>
          </a:p>
        </p:txBody>
      </p:sp>
      <p:sp>
        <p:nvSpPr>
          <p:cNvPr id="92" name="文本框 91"/>
          <p:cNvSpPr txBox="1"/>
          <p:nvPr/>
        </p:nvSpPr>
        <p:spPr>
          <a:xfrm>
            <a:off x="3692525" y="4737100"/>
            <a:ext cx="274955" cy="2146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r"/>
            <a:r>
              <a:rPr lang="en-US" altLang="zh-CN" sz="900">
                <a:sym typeface="+mn-ea"/>
              </a:rPr>
              <a:t>…</a:t>
            </a:r>
            <a:endParaRPr lang="en-US" altLang="zh-CN" sz="900">
              <a:sym typeface="+mn-ea"/>
            </a:endParaRPr>
          </a:p>
        </p:txBody>
      </p:sp>
      <p:sp>
        <p:nvSpPr>
          <p:cNvPr id="93" name="文本框 92"/>
          <p:cNvSpPr txBox="1"/>
          <p:nvPr/>
        </p:nvSpPr>
        <p:spPr>
          <a:xfrm>
            <a:off x="3692525" y="4958715"/>
            <a:ext cx="274955" cy="2146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r"/>
            <a:r>
              <a:rPr lang="en-US" altLang="zh-CN" sz="900">
                <a:sym typeface="+mn-ea"/>
              </a:rPr>
              <a:t>…</a:t>
            </a:r>
            <a:endParaRPr lang="en-US" altLang="zh-CN" sz="900">
              <a:sym typeface="+mn-ea"/>
            </a:endParaRPr>
          </a:p>
        </p:txBody>
      </p:sp>
      <p:sp>
        <p:nvSpPr>
          <p:cNvPr id="94" name="文本框 93"/>
          <p:cNvSpPr txBox="1"/>
          <p:nvPr/>
        </p:nvSpPr>
        <p:spPr>
          <a:xfrm>
            <a:off x="3692525" y="5196840"/>
            <a:ext cx="274955" cy="2146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r"/>
            <a:r>
              <a:rPr lang="en-US" altLang="zh-CN" sz="900">
                <a:sym typeface="+mn-ea"/>
              </a:rPr>
              <a:t>…</a:t>
            </a:r>
            <a:endParaRPr lang="en-US" altLang="zh-CN" sz="900">
              <a:sym typeface="+mn-ea"/>
            </a:endParaRPr>
          </a:p>
        </p:txBody>
      </p:sp>
      <p:sp>
        <p:nvSpPr>
          <p:cNvPr id="95" name="文本框 94"/>
          <p:cNvSpPr txBox="1"/>
          <p:nvPr/>
        </p:nvSpPr>
        <p:spPr>
          <a:xfrm>
            <a:off x="3692525" y="5426710"/>
            <a:ext cx="274955" cy="2146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r"/>
            <a:r>
              <a:rPr lang="en-US" altLang="zh-CN" sz="900">
                <a:sym typeface="+mn-ea"/>
              </a:rPr>
              <a:t>…</a:t>
            </a:r>
            <a:endParaRPr lang="en-US" altLang="zh-CN" sz="900">
              <a:sym typeface="+mn-ea"/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3501390" y="1955165"/>
            <a:ext cx="466090" cy="2139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r"/>
            <a:r>
              <a:rPr lang="en-US" altLang="zh-CN" sz="900">
                <a:sym typeface="+mn-ea"/>
              </a:rPr>
              <a:t>↓ </a:t>
            </a:r>
            <a:r>
              <a:rPr lang="en-US" altLang="zh-CN" sz="900">
                <a:sym typeface="+mn-ea"/>
              </a:rPr>
              <a:t>…</a:t>
            </a:r>
            <a:endParaRPr lang="en-US" altLang="zh-CN" sz="900">
              <a:sym typeface="+mn-ea"/>
            </a:endParaRPr>
          </a:p>
        </p:txBody>
      </p:sp>
      <p:pic>
        <p:nvPicPr>
          <p:cNvPr id="68" name="图片 67" descr="b384e63d7c88ece4ac7bf74e49c9a0d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29355" y="1443355"/>
            <a:ext cx="193675" cy="193675"/>
          </a:xfrm>
          <a:prstGeom prst="rect">
            <a:avLst/>
          </a:prstGeom>
        </p:spPr>
      </p:pic>
      <p:sp>
        <p:nvSpPr>
          <p:cNvPr id="75" name="文本框 74"/>
          <p:cNvSpPr txBox="1"/>
          <p:nvPr/>
        </p:nvSpPr>
        <p:spPr>
          <a:xfrm>
            <a:off x="5659755" y="5043805"/>
            <a:ext cx="638810" cy="2349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900"/>
              <a:t>+</a:t>
            </a:r>
            <a:endParaRPr lang="en-US" altLang="zh-CN" sz="900"/>
          </a:p>
        </p:txBody>
      </p:sp>
      <p:sp>
        <p:nvSpPr>
          <p:cNvPr id="76" name="矩形 75"/>
          <p:cNvSpPr/>
          <p:nvPr/>
        </p:nvSpPr>
        <p:spPr>
          <a:xfrm>
            <a:off x="5659755" y="4351655"/>
            <a:ext cx="4956810" cy="1128395"/>
          </a:xfrm>
          <a:prstGeom prst="rect">
            <a:avLst/>
          </a:prstGeom>
          <a:noFill/>
          <a:ln>
            <a:solidFill>
              <a:schemeClr val="bg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4" name="文本框 63"/>
          <p:cNvSpPr txBox="1"/>
          <p:nvPr/>
        </p:nvSpPr>
        <p:spPr>
          <a:xfrm>
            <a:off x="6483985" y="4904740"/>
            <a:ext cx="1356995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900"/>
              <a:t>说明：这个窗口可以自行增删改相关站点链接，点击</a:t>
            </a:r>
            <a:r>
              <a:rPr lang="zh-CN" altLang="en-US" sz="900"/>
              <a:t>打开</a:t>
            </a:r>
            <a:endParaRPr lang="zh-CN" altLang="en-US" sz="900"/>
          </a:p>
        </p:txBody>
      </p:sp>
      <p:sp>
        <p:nvSpPr>
          <p:cNvPr id="65" name="文本框 64"/>
          <p:cNvSpPr txBox="1"/>
          <p:nvPr/>
        </p:nvSpPr>
        <p:spPr>
          <a:xfrm>
            <a:off x="10263505" y="3488055"/>
            <a:ext cx="13569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900"/>
              <a:t>说明：展示最近项目并快捷</a:t>
            </a:r>
            <a:r>
              <a:rPr lang="zh-CN" altLang="en-US" sz="900"/>
              <a:t>进入</a:t>
            </a:r>
            <a:endParaRPr lang="zh-CN" altLang="en-US" sz="900"/>
          </a:p>
        </p:txBody>
      </p:sp>
      <p:sp>
        <p:nvSpPr>
          <p:cNvPr id="66" name="上箭头 65"/>
          <p:cNvSpPr/>
          <p:nvPr/>
        </p:nvSpPr>
        <p:spPr>
          <a:xfrm rot="17160000">
            <a:off x="10114915" y="3437255"/>
            <a:ext cx="156845" cy="348615"/>
          </a:xfrm>
          <a:prstGeom prst="up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6" name="矩形 95"/>
          <p:cNvSpPr/>
          <p:nvPr/>
        </p:nvSpPr>
        <p:spPr>
          <a:xfrm>
            <a:off x="2411730" y="1983105"/>
            <a:ext cx="1525270" cy="171450"/>
          </a:xfrm>
          <a:prstGeom prst="rect">
            <a:avLst/>
          </a:prstGeom>
          <a:noFill/>
          <a:ln>
            <a:solidFill>
              <a:schemeClr val="bg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7" name="上箭头 66"/>
          <p:cNvSpPr/>
          <p:nvPr/>
        </p:nvSpPr>
        <p:spPr>
          <a:xfrm rot="900000">
            <a:off x="11645265" y="1227455"/>
            <a:ext cx="115570" cy="207010"/>
          </a:xfrm>
          <a:prstGeom prst="up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7" name="文本框 96"/>
          <p:cNvSpPr txBox="1"/>
          <p:nvPr/>
        </p:nvSpPr>
        <p:spPr>
          <a:xfrm>
            <a:off x="4210050" y="971550"/>
            <a:ext cx="52158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900"/>
              <a:t>说明：创建新的</a:t>
            </a:r>
            <a:r>
              <a:rPr lang="en-US" altLang="zh-CN" sz="900"/>
              <a:t>chat</a:t>
            </a:r>
            <a:r>
              <a:rPr lang="zh-CN" altLang="en-US" sz="900"/>
              <a:t>，这个</a:t>
            </a:r>
            <a:r>
              <a:rPr lang="en-US" altLang="zh-CN" sz="900"/>
              <a:t>chat</a:t>
            </a:r>
            <a:r>
              <a:rPr lang="zh-CN" altLang="en-US" sz="900"/>
              <a:t>类似</a:t>
            </a:r>
            <a:r>
              <a:rPr lang="en-US" altLang="zh-CN" sz="900"/>
              <a:t>codex</a:t>
            </a:r>
            <a:r>
              <a:rPr lang="zh-CN" altLang="en-US" sz="900"/>
              <a:t>里</a:t>
            </a:r>
            <a:r>
              <a:rPr lang="en-US" altLang="zh-CN" sz="900"/>
              <a:t>ctrl+alt+n</a:t>
            </a:r>
            <a:r>
              <a:rPr lang="zh-CN" altLang="en-US" sz="900"/>
              <a:t>，弹出独立窗口，可以获得当前项目的上下文。此处创建</a:t>
            </a:r>
            <a:r>
              <a:rPr lang="en-US" altLang="zh-CN" sz="900"/>
              <a:t>chat</a:t>
            </a:r>
            <a:r>
              <a:rPr lang="zh-CN" altLang="en-US" sz="900"/>
              <a:t>会在下面新增，但它不能修改任何</a:t>
            </a:r>
            <a:r>
              <a:rPr lang="zh-CN" altLang="en-US" sz="900"/>
              <a:t>文件</a:t>
            </a:r>
            <a:endParaRPr lang="zh-CN" altLang="en-US" sz="900"/>
          </a:p>
        </p:txBody>
      </p:sp>
      <p:sp>
        <p:nvSpPr>
          <p:cNvPr id="98" name="上箭头 97"/>
          <p:cNvSpPr/>
          <p:nvPr/>
        </p:nvSpPr>
        <p:spPr>
          <a:xfrm rot="16200000">
            <a:off x="4048760" y="972820"/>
            <a:ext cx="115570" cy="207010"/>
          </a:xfrm>
          <a:prstGeom prst="up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9" name="文本框 98"/>
          <p:cNvSpPr txBox="1"/>
          <p:nvPr/>
        </p:nvSpPr>
        <p:spPr>
          <a:xfrm>
            <a:off x="5508625" y="1453515"/>
            <a:ext cx="38125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900"/>
              <a:t>说明：点击左侧工作站的立方体形状弹出工作站的简略信息。</a:t>
            </a:r>
            <a:r>
              <a:rPr lang="zh-CN" altLang="en-US" sz="900"/>
              <a:t>鼠标悬停指定</a:t>
            </a:r>
            <a:r>
              <a:rPr lang="en-US" altLang="zh-CN" sz="900"/>
              <a:t>button</a:t>
            </a:r>
            <a:r>
              <a:rPr lang="zh-CN" altLang="en-US" sz="900"/>
              <a:t>上可跳出详细</a:t>
            </a:r>
            <a:r>
              <a:rPr lang="zh-CN" altLang="en-US" sz="900"/>
              <a:t>信息。</a:t>
            </a:r>
            <a:endParaRPr lang="zh-CN" altLang="en-US" sz="900"/>
          </a:p>
        </p:txBody>
      </p:sp>
      <p:sp>
        <p:nvSpPr>
          <p:cNvPr id="105" name="矩形 104"/>
          <p:cNvSpPr/>
          <p:nvPr/>
        </p:nvSpPr>
        <p:spPr>
          <a:xfrm>
            <a:off x="3692525" y="1423035"/>
            <a:ext cx="244475" cy="219710"/>
          </a:xfrm>
          <a:prstGeom prst="rect">
            <a:avLst/>
          </a:prstGeom>
          <a:noFill/>
          <a:ln>
            <a:solidFill>
              <a:schemeClr val="bg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0" name="矩形 99"/>
          <p:cNvSpPr/>
          <p:nvPr/>
        </p:nvSpPr>
        <p:spPr>
          <a:xfrm>
            <a:off x="4016375" y="1339850"/>
            <a:ext cx="1492250" cy="290893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1" name="文本框 100"/>
          <p:cNvSpPr txBox="1"/>
          <p:nvPr/>
        </p:nvSpPr>
        <p:spPr>
          <a:xfrm>
            <a:off x="4016375" y="1339850"/>
            <a:ext cx="1168400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900"/>
              <a:t>计划</a:t>
            </a:r>
            <a:r>
              <a:rPr lang="en-US" altLang="zh-CN" sz="900"/>
              <a:t>&gt;</a:t>
            </a:r>
            <a:endParaRPr lang="en-US" altLang="zh-CN" sz="900"/>
          </a:p>
        </p:txBody>
      </p:sp>
      <p:sp>
        <p:nvSpPr>
          <p:cNvPr id="102" name="文本框 101"/>
          <p:cNvSpPr txBox="1"/>
          <p:nvPr/>
        </p:nvSpPr>
        <p:spPr>
          <a:xfrm>
            <a:off x="4016375" y="1559560"/>
            <a:ext cx="850900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900"/>
              <a:t>⚪</a:t>
            </a:r>
            <a:r>
              <a:rPr lang="en-US" altLang="zh-CN" sz="900"/>
              <a:t> </a:t>
            </a:r>
            <a:r>
              <a:rPr lang="zh-CN" altLang="en-US" sz="900"/>
              <a:t>审查</a:t>
            </a:r>
            <a:r>
              <a:rPr lang="zh-CN" altLang="en-US" sz="900"/>
              <a:t>全文</a:t>
            </a:r>
            <a:endParaRPr lang="zh-CN" altLang="en-US" sz="900"/>
          </a:p>
        </p:txBody>
      </p:sp>
      <p:sp>
        <p:nvSpPr>
          <p:cNvPr id="104" name="文本框 103"/>
          <p:cNvSpPr txBox="1"/>
          <p:nvPr/>
        </p:nvSpPr>
        <p:spPr>
          <a:xfrm>
            <a:off x="4016375" y="1789430"/>
            <a:ext cx="1219835" cy="2368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900"/>
              <a:t>⚪</a:t>
            </a:r>
            <a:r>
              <a:rPr lang="en-US" altLang="zh-CN" sz="900"/>
              <a:t> </a:t>
            </a:r>
            <a:r>
              <a:rPr lang="zh-CN" altLang="en-US" sz="900"/>
              <a:t>产业经济</a:t>
            </a:r>
            <a:r>
              <a:rPr lang="zh-CN" altLang="en-US" sz="900"/>
              <a:t>数据库</a:t>
            </a:r>
            <a:endParaRPr lang="zh-CN" altLang="en-US" sz="900"/>
          </a:p>
        </p:txBody>
      </p:sp>
      <p:sp>
        <p:nvSpPr>
          <p:cNvPr id="106" name="文本框 105"/>
          <p:cNvSpPr txBox="1"/>
          <p:nvPr/>
        </p:nvSpPr>
        <p:spPr>
          <a:xfrm>
            <a:off x="4016375" y="2026285"/>
            <a:ext cx="1433195" cy="2146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900"/>
              <a:t>⚪</a:t>
            </a:r>
            <a:r>
              <a:rPr lang="en-US" altLang="zh-CN" sz="900"/>
              <a:t> </a:t>
            </a:r>
            <a:r>
              <a:rPr lang="zh-CN" altLang="en-US" sz="900"/>
              <a:t>打包材料投稿</a:t>
            </a:r>
            <a:r>
              <a:rPr lang="en-US" altLang="zh-CN" sz="900"/>
              <a:t>-</a:t>
            </a:r>
            <a:r>
              <a:rPr lang="zh-CN" altLang="en-US" sz="900"/>
              <a:t>中文</a:t>
            </a:r>
            <a:endParaRPr lang="zh-CN" altLang="en-US" sz="900"/>
          </a:p>
        </p:txBody>
      </p:sp>
      <p:sp>
        <p:nvSpPr>
          <p:cNvPr id="107" name="文本框 106"/>
          <p:cNvSpPr txBox="1"/>
          <p:nvPr/>
        </p:nvSpPr>
        <p:spPr>
          <a:xfrm>
            <a:off x="4016375" y="2240915"/>
            <a:ext cx="1219835" cy="2368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900"/>
              <a:t>进入工作台查看</a:t>
            </a:r>
            <a:r>
              <a:rPr lang="en-US" altLang="zh-CN" sz="900">
                <a:sym typeface="+mn-ea"/>
              </a:rPr>
              <a:t>…</a:t>
            </a:r>
            <a:endParaRPr lang="zh-CN" altLang="en-US" sz="900"/>
          </a:p>
        </p:txBody>
      </p:sp>
      <p:sp>
        <p:nvSpPr>
          <p:cNvPr id="109" name="文本框 108"/>
          <p:cNvSpPr txBox="1"/>
          <p:nvPr/>
        </p:nvSpPr>
        <p:spPr>
          <a:xfrm>
            <a:off x="4016375" y="2477770"/>
            <a:ext cx="1168400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900"/>
              <a:t>本项目日志</a:t>
            </a:r>
            <a:r>
              <a:rPr lang="en-US" altLang="zh-CN" sz="900"/>
              <a:t>&gt;</a:t>
            </a:r>
            <a:endParaRPr lang="en-US" altLang="zh-CN" sz="900"/>
          </a:p>
        </p:txBody>
      </p:sp>
      <p:sp>
        <p:nvSpPr>
          <p:cNvPr id="110" name="文本框 109"/>
          <p:cNvSpPr txBox="1"/>
          <p:nvPr/>
        </p:nvSpPr>
        <p:spPr>
          <a:xfrm>
            <a:off x="4016375" y="2707640"/>
            <a:ext cx="850900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900"/>
              <a:t>⚪</a:t>
            </a:r>
            <a:r>
              <a:rPr lang="en-US" altLang="zh-CN" sz="900"/>
              <a:t> </a:t>
            </a:r>
            <a:r>
              <a:rPr lang="zh-CN" altLang="en-US" sz="900"/>
              <a:t>跑回归</a:t>
            </a:r>
            <a:endParaRPr lang="zh-CN" altLang="en-US" sz="900"/>
          </a:p>
        </p:txBody>
      </p:sp>
      <p:sp>
        <p:nvSpPr>
          <p:cNvPr id="111" name="文本框 110"/>
          <p:cNvSpPr txBox="1"/>
          <p:nvPr/>
        </p:nvSpPr>
        <p:spPr>
          <a:xfrm>
            <a:off x="4016375" y="2937510"/>
            <a:ext cx="1219835" cy="2368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900"/>
              <a:t>⚪</a:t>
            </a:r>
            <a:r>
              <a:rPr lang="en-US" altLang="zh-CN" sz="900"/>
              <a:t> </a:t>
            </a:r>
            <a:r>
              <a:rPr lang="zh-CN" altLang="en-US" sz="900"/>
              <a:t>数据</a:t>
            </a:r>
            <a:r>
              <a:rPr lang="zh-CN" altLang="en-US" sz="900"/>
              <a:t>清洗</a:t>
            </a:r>
            <a:endParaRPr lang="zh-CN" altLang="en-US" sz="900"/>
          </a:p>
        </p:txBody>
      </p:sp>
      <p:sp>
        <p:nvSpPr>
          <p:cNvPr id="112" name="文本框 111"/>
          <p:cNvSpPr txBox="1"/>
          <p:nvPr/>
        </p:nvSpPr>
        <p:spPr>
          <a:xfrm>
            <a:off x="4016375" y="3174365"/>
            <a:ext cx="1219835" cy="2368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900"/>
              <a:t>⚪</a:t>
            </a:r>
            <a:r>
              <a:rPr lang="en-US" altLang="zh-CN" sz="900"/>
              <a:t> </a:t>
            </a:r>
            <a:r>
              <a:rPr lang="zh-CN" altLang="en-US" sz="900"/>
              <a:t>收集</a:t>
            </a:r>
            <a:r>
              <a:rPr lang="zh-CN" altLang="en-US" sz="900"/>
              <a:t>数据</a:t>
            </a:r>
            <a:endParaRPr lang="zh-CN" altLang="en-US" sz="900"/>
          </a:p>
        </p:txBody>
      </p:sp>
      <p:sp>
        <p:nvSpPr>
          <p:cNvPr id="113" name="文本框 112"/>
          <p:cNvSpPr txBox="1"/>
          <p:nvPr/>
        </p:nvSpPr>
        <p:spPr>
          <a:xfrm>
            <a:off x="4970145" y="2707640"/>
            <a:ext cx="538480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r"/>
            <a:r>
              <a:rPr lang="en-US" altLang="zh-CN" sz="900"/>
              <a:t>58</a:t>
            </a:r>
            <a:r>
              <a:rPr lang="zh-CN" altLang="en-US" sz="900"/>
              <a:t>秒前</a:t>
            </a:r>
            <a:endParaRPr lang="zh-CN" altLang="en-US" sz="900"/>
          </a:p>
        </p:txBody>
      </p:sp>
      <p:sp>
        <p:nvSpPr>
          <p:cNvPr id="114" name="文本框 113"/>
          <p:cNvSpPr txBox="1"/>
          <p:nvPr/>
        </p:nvSpPr>
        <p:spPr>
          <a:xfrm>
            <a:off x="4970145" y="2937510"/>
            <a:ext cx="538480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r"/>
            <a:r>
              <a:rPr lang="en-US" altLang="zh-CN" sz="900"/>
              <a:t>1</a:t>
            </a:r>
            <a:r>
              <a:rPr lang="zh-CN" altLang="en-US" sz="900"/>
              <a:t>天前</a:t>
            </a:r>
            <a:endParaRPr lang="zh-CN" altLang="en-US" sz="900"/>
          </a:p>
        </p:txBody>
      </p:sp>
      <p:sp>
        <p:nvSpPr>
          <p:cNvPr id="115" name="文本框 114"/>
          <p:cNvSpPr txBox="1"/>
          <p:nvPr/>
        </p:nvSpPr>
        <p:spPr>
          <a:xfrm>
            <a:off x="4970145" y="3167380"/>
            <a:ext cx="538480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r"/>
            <a:r>
              <a:rPr lang="en-US" altLang="zh-CN" sz="900"/>
              <a:t>3</a:t>
            </a:r>
            <a:r>
              <a:rPr lang="zh-CN" altLang="en-US" sz="900"/>
              <a:t>天前</a:t>
            </a:r>
            <a:endParaRPr lang="zh-CN" altLang="en-US" sz="900"/>
          </a:p>
        </p:txBody>
      </p:sp>
      <p:sp>
        <p:nvSpPr>
          <p:cNvPr id="116" name="文本框 115"/>
          <p:cNvSpPr txBox="1"/>
          <p:nvPr/>
        </p:nvSpPr>
        <p:spPr>
          <a:xfrm>
            <a:off x="4016375" y="3411220"/>
            <a:ext cx="1219835" cy="2368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900"/>
              <a:t>⚪</a:t>
            </a:r>
            <a:r>
              <a:rPr lang="en-US" altLang="zh-CN" sz="900"/>
              <a:t> </a:t>
            </a:r>
            <a:r>
              <a:rPr lang="zh-CN" altLang="en-US" sz="900"/>
              <a:t>确定研究思</a:t>
            </a:r>
            <a:r>
              <a:rPr lang="en-US" altLang="zh-CN" sz="900">
                <a:sym typeface="+mn-ea"/>
              </a:rPr>
              <a:t>…</a:t>
            </a:r>
            <a:endParaRPr lang="zh-CN" altLang="en-US" sz="900"/>
          </a:p>
        </p:txBody>
      </p:sp>
      <p:sp>
        <p:nvSpPr>
          <p:cNvPr id="117" name="文本框 116"/>
          <p:cNvSpPr txBox="1"/>
          <p:nvPr/>
        </p:nvSpPr>
        <p:spPr>
          <a:xfrm>
            <a:off x="4970145" y="3397250"/>
            <a:ext cx="538480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r"/>
            <a:r>
              <a:rPr lang="en-US" sz="900"/>
              <a:t>1</a:t>
            </a:r>
            <a:r>
              <a:rPr lang="zh-CN" altLang="en-US" sz="900"/>
              <a:t>周前</a:t>
            </a:r>
            <a:endParaRPr lang="zh-CN" altLang="en-US" sz="900"/>
          </a:p>
        </p:txBody>
      </p:sp>
      <p:sp>
        <p:nvSpPr>
          <p:cNvPr id="118" name="文本框 117"/>
          <p:cNvSpPr txBox="1"/>
          <p:nvPr/>
        </p:nvSpPr>
        <p:spPr>
          <a:xfrm>
            <a:off x="2473325" y="6545580"/>
            <a:ext cx="3812540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900"/>
              <a:t>说明：点击这里弹出全局助手，旁边为</a:t>
            </a:r>
            <a:r>
              <a:rPr lang="zh-CN" altLang="en-US" sz="900"/>
              <a:t>设置</a:t>
            </a:r>
            <a:endParaRPr lang="zh-CN" altLang="en-US" sz="900"/>
          </a:p>
        </p:txBody>
      </p:sp>
      <p:sp>
        <p:nvSpPr>
          <p:cNvPr id="119" name="上箭头 118"/>
          <p:cNvSpPr/>
          <p:nvPr/>
        </p:nvSpPr>
        <p:spPr>
          <a:xfrm rot="1680000">
            <a:off x="3658870" y="6444615"/>
            <a:ext cx="115570" cy="207010"/>
          </a:xfrm>
          <a:prstGeom prst="up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20" name="图片 119" descr="2c9059e3fb3c3b64a9f44a907323304b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687445" y="936625"/>
            <a:ext cx="234950" cy="234950"/>
          </a:xfrm>
          <a:prstGeom prst="rect">
            <a:avLst/>
          </a:prstGeom>
        </p:spPr>
      </p:pic>
      <p:grpSp>
        <p:nvGrpSpPr>
          <p:cNvPr id="134" name="组合 133"/>
          <p:cNvGrpSpPr/>
          <p:nvPr/>
        </p:nvGrpSpPr>
        <p:grpSpPr>
          <a:xfrm>
            <a:off x="11426190" y="942340"/>
            <a:ext cx="173990" cy="173990"/>
            <a:chOff x="17994" y="1484"/>
            <a:chExt cx="274" cy="274"/>
          </a:xfrm>
        </p:grpSpPr>
        <p:sp>
          <p:nvSpPr>
            <p:cNvPr id="123" name="任意多边形 122"/>
            <p:cNvSpPr/>
            <p:nvPr/>
          </p:nvSpPr>
          <p:spPr>
            <a:xfrm>
              <a:off x="17994" y="1484"/>
              <a:ext cx="274" cy="274"/>
            </a:xfrm>
            <a:custGeom>
              <a:avLst/>
              <a:gdLst>
                <a:gd name="connisteX0" fmla="*/ 0 w 173870"/>
                <a:gd name="connsiteY0" fmla="*/ 13374 h 173870"/>
                <a:gd name="connisteX1" fmla="*/ 13374 w 173870"/>
                <a:gd name="connsiteY1" fmla="*/ 0 h 173870"/>
                <a:gd name="connisteX2" fmla="*/ 160496 w 173870"/>
                <a:gd name="connsiteY2" fmla="*/ 0 h 173870"/>
                <a:gd name="connisteX3" fmla="*/ 173870 w 173870"/>
                <a:gd name="connsiteY3" fmla="*/ 13374 h 173870"/>
                <a:gd name="connisteX4" fmla="*/ 173870 w 173870"/>
                <a:gd name="connsiteY4" fmla="*/ 160496 h 173870"/>
                <a:gd name="connisteX5" fmla="*/ 160496 w 173870"/>
                <a:gd name="connsiteY5" fmla="*/ 173870 h 173870"/>
                <a:gd name="connisteX6" fmla="*/ 13374 w 173870"/>
                <a:gd name="connsiteY6" fmla="*/ 173870 h 173870"/>
                <a:gd name="connisteX7" fmla="*/ 0 w 173870"/>
                <a:gd name="connsiteY7" fmla="*/ 160496 h 173870"/>
                <a:gd name="connisteX8" fmla="*/ 0 w 173870"/>
                <a:gd name="connsiteY8" fmla="*/ 13374 h 17387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</a:cxnLst>
              <a:rect l="l" t="t" r="r" b="b"/>
              <a:pathLst>
                <a:path w="173871" h="173871">
                  <a:moveTo>
                    <a:pt x="0" y="13375"/>
                  </a:moveTo>
                  <a:cubicBezTo>
                    <a:pt x="0" y="5988"/>
                    <a:pt x="5988" y="0"/>
                    <a:pt x="13375" y="0"/>
                  </a:cubicBezTo>
                  <a:lnTo>
                    <a:pt x="160496" y="0"/>
                  </a:lnTo>
                  <a:cubicBezTo>
                    <a:pt x="167883" y="0"/>
                    <a:pt x="173871" y="5988"/>
                    <a:pt x="173871" y="13375"/>
                  </a:cubicBezTo>
                  <a:lnTo>
                    <a:pt x="173871" y="160496"/>
                  </a:lnTo>
                  <a:cubicBezTo>
                    <a:pt x="173871" y="167883"/>
                    <a:pt x="167883" y="173871"/>
                    <a:pt x="160496" y="173871"/>
                  </a:cubicBezTo>
                  <a:lnTo>
                    <a:pt x="13375" y="173871"/>
                  </a:lnTo>
                  <a:cubicBezTo>
                    <a:pt x="5988" y="173871"/>
                    <a:pt x="0" y="167883"/>
                    <a:pt x="0" y="160496"/>
                  </a:cubicBezTo>
                  <a:lnTo>
                    <a:pt x="0" y="13375"/>
                  </a:lnTo>
                  <a:close/>
                </a:path>
              </a:pathLst>
            </a:custGeom>
            <a:noFill/>
            <a:ln w="13375" cap="flat">
              <a:solidFill>
                <a:srgbClr val="333333"/>
              </a:solidFill>
              <a:round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24" name="任意多边形 123"/>
            <p:cNvSpPr/>
            <p:nvPr/>
          </p:nvSpPr>
          <p:spPr>
            <a:xfrm>
              <a:off x="17994" y="1568"/>
              <a:ext cx="274" cy="0"/>
            </a:xfrm>
            <a:custGeom>
              <a:avLst/>
              <a:gdLst>
                <a:gd name="connisteX0" fmla="*/ 0 w 173870"/>
                <a:gd name="connsiteY0" fmla="*/ 0 h 0"/>
                <a:gd name="connisteX1" fmla="*/ 173870 w 173870"/>
                <a:gd name="connsiteY1" fmla="*/ 0 h 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</a:cxnLst>
              <a:rect l="l" t="t" r="r" b="b"/>
              <a:pathLst>
                <a:path w="173871">
                  <a:moveTo>
                    <a:pt x="0" y="0"/>
                  </a:moveTo>
                  <a:lnTo>
                    <a:pt x="173871" y="0"/>
                  </a:lnTo>
                </a:path>
              </a:pathLst>
            </a:custGeom>
            <a:noFill/>
            <a:ln w="13375" cap="rnd">
              <a:solidFill>
                <a:srgbClr val="333333"/>
              </a:solidFill>
              <a:round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25" name="任意多边形 124"/>
            <p:cNvSpPr/>
            <p:nvPr/>
          </p:nvSpPr>
          <p:spPr>
            <a:xfrm>
              <a:off x="18031" y="1521"/>
              <a:ext cx="10" cy="11"/>
            </a:xfrm>
            <a:custGeom>
              <a:avLst/>
              <a:gdLst>
                <a:gd name="connisteX0" fmla="*/ 6687 w 6687"/>
                <a:gd name="connsiteY0" fmla="*/ 3343 h 6687"/>
                <a:gd name="connisteX1" fmla="*/ 3343 w 6687"/>
                <a:gd name="connsiteY1" fmla="*/ 6687 h 6687"/>
                <a:gd name="connisteX2" fmla="*/ 0 w 6687"/>
                <a:gd name="connsiteY2" fmla="*/ 3343 h 6687"/>
                <a:gd name="connisteX3" fmla="*/ 3343 w 6687"/>
                <a:gd name="connsiteY3" fmla="*/ 0 h 6687"/>
                <a:gd name="connisteX4" fmla="*/ 6687 w 6687"/>
                <a:gd name="connsiteY4" fmla="*/ 3343 h 6687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87" h="6687">
                  <a:moveTo>
                    <a:pt x="6687" y="3344"/>
                  </a:moveTo>
                  <a:cubicBezTo>
                    <a:pt x="6687" y="5190"/>
                    <a:pt x="5190" y="6687"/>
                    <a:pt x="3344" y="6687"/>
                  </a:cubicBezTo>
                  <a:cubicBezTo>
                    <a:pt x="1497" y="6687"/>
                    <a:pt x="0" y="5190"/>
                    <a:pt x="0" y="3344"/>
                  </a:cubicBezTo>
                  <a:cubicBezTo>
                    <a:pt x="0" y="1497"/>
                    <a:pt x="1497" y="0"/>
                    <a:pt x="3344" y="0"/>
                  </a:cubicBezTo>
                  <a:cubicBezTo>
                    <a:pt x="5190" y="0"/>
                    <a:pt x="6687" y="1497"/>
                    <a:pt x="6687" y="3344"/>
                  </a:cubicBezTo>
                  <a:close/>
                </a:path>
              </a:pathLst>
            </a:custGeom>
            <a:noFill/>
            <a:ln w="6687" cap="flat">
              <a:solidFill>
                <a:srgbClr val="333333"/>
              </a:solidFill>
              <a:round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26" name="任意多边形 125"/>
            <p:cNvSpPr/>
            <p:nvPr/>
          </p:nvSpPr>
          <p:spPr>
            <a:xfrm>
              <a:off x="18073" y="1521"/>
              <a:ext cx="11" cy="11"/>
            </a:xfrm>
            <a:custGeom>
              <a:avLst/>
              <a:gdLst>
                <a:gd name="connisteX0" fmla="*/ 6687 w 6687"/>
                <a:gd name="connsiteY0" fmla="*/ 3343 h 6687"/>
                <a:gd name="connisteX1" fmla="*/ 3343 w 6687"/>
                <a:gd name="connsiteY1" fmla="*/ 6687 h 6687"/>
                <a:gd name="connisteX2" fmla="*/ 0 w 6687"/>
                <a:gd name="connsiteY2" fmla="*/ 3343 h 6687"/>
                <a:gd name="connisteX3" fmla="*/ 3343 w 6687"/>
                <a:gd name="connsiteY3" fmla="*/ 0 h 6687"/>
                <a:gd name="connisteX4" fmla="*/ 6687 w 6687"/>
                <a:gd name="connsiteY4" fmla="*/ 3343 h 6687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87" h="6687">
                  <a:moveTo>
                    <a:pt x="6687" y="3344"/>
                  </a:moveTo>
                  <a:cubicBezTo>
                    <a:pt x="6687" y="5190"/>
                    <a:pt x="5190" y="6687"/>
                    <a:pt x="3344" y="6687"/>
                  </a:cubicBezTo>
                  <a:cubicBezTo>
                    <a:pt x="1497" y="6687"/>
                    <a:pt x="0" y="5190"/>
                    <a:pt x="0" y="3344"/>
                  </a:cubicBezTo>
                  <a:cubicBezTo>
                    <a:pt x="0" y="1497"/>
                    <a:pt x="1497" y="0"/>
                    <a:pt x="3344" y="0"/>
                  </a:cubicBezTo>
                  <a:cubicBezTo>
                    <a:pt x="5190" y="0"/>
                    <a:pt x="6687" y="1497"/>
                    <a:pt x="6687" y="3344"/>
                  </a:cubicBezTo>
                  <a:close/>
                </a:path>
              </a:pathLst>
            </a:custGeom>
            <a:noFill/>
            <a:ln w="6687" cap="flat">
              <a:solidFill>
                <a:srgbClr val="333333"/>
              </a:solidFill>
              <a:round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27" name="任意多边形 126"/>
            <p:cNvSpPr/>
            <p:nvPr/>
          </p:nvSpPr>
          <p:spPr>
            <a:xfrm>
              <a:off x="18115" y="1521"/>
              <a:ext cx="11" cy="11"/>
            </a:xfrm>
            <a:custGeom>
              <a:avLst/>
              <a:gdLst>
                <a:gd name="connisteX0" fmla="*/ 6687 w 6687"/>
                <a:gd name="connsiteY0" fmla="*/ 3343 h 6687"/>
                <a:gd name="connisteX1" fmla="*/ 3343 w 6687"/>
                <a:gd name="connsiteY1" fmla="*/ 6687 h 6687"/>
                <a:gd name="connisteX2" fmla="*/ 0 w 6687"/>
                <a:gd name="connsiteY2" fmla="*/ 3343 h 6687"/>
                <a:gd name="connisteX3" fmla="*/ 3343 w 6687"/>
                <a:gd name="connsiteY3" fmla="*/ 0 h 6687"/>
                <a:gd name="connisteX4" fmla="*/ 6687 w 6687"/>
                <a:gd name="connsiteY4" fmla="*/ 3343 h 6687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87" h="6687">
                  <a:moveTo>
                    <a:pt x="6687" y="3344"/>
                  </a:moveTo>
                  <a:cubicBezTo>
                    <a:pt x="6687" y="5190"/>
                    <a:pt x="5190" y="6687"/>
                    <a:pt x="3344" y="6687"/>
                  </a:cubicBezTo>
                  <a:cubicBezTo>
                    <a:pt x="1497" y="6687"/>
                    <a:pt x="0" y="5190"/>
                    <a:pt x="0" y="3344"/>
                  </a:cubicBezTo>
                  <a:cubicBezTo>
                    <a:pt x="0" y="1497"/>
                    <a:pt x="1497" y="0"/>
                    <a:pt x="3344" y="0"/>
                  </a:cubicBezTo>
                  <a:cubicBezTo>
                    <a:pt x="5190" y="0"/>
                    <a:pt x="6687" y="1497"/>
                    <a:pt x="6687" y="3344"/>
                  </a:cubicBezTo>
                  <a:close/>
                </a:path>
              </a:pathLst>
            </a:custGeom>
            <a:noFill/>
            <a:ln w="6687" cap="flat">
              <a:solidFill>
                <a:srgbClr val="333333"/>
              </a:solidFill>
              <a:round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28" name="任意多边形 127"/>
            <p:cNvSpPr/>
            <p:nvPr/>
          </p:nvSpPr>
          <p:spPr>
            <a:xfrm>
              <a:off x="18047" y="1632"/>
              <a:ext cx="168" cy="0"/>
            </a:xfrm>
            <a:custGeom>
              <a:avLst/>
              <a:gdLst>
                <a:gd name="connisteX0" fmla="*/ 0 w 106997"/>
                <a:gd name="connsiteY0" fmla="*/ 0 h 0"/>
                <a:gd name="connisteX1" fmla="*/ 106997 w 106997"/>
                <a:gd name="connsiteY1" fmla="*/ 0 h 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</a:cxnLst>
              <a:rect l="l" t="t" r="r" b="b"/>
              <a:pathLst>
                <a:path w="106998">
                  <a:moveTo>
                    <a:pt x="0" y="0"/>
                  </a:moveTo>
                  <a:lnTo>
                    <a:pt x="106998" y="0"/>
                  </a:lnTo>
                </a:path>
              </a:pathLst>
            </a:custGeom>
            <a:noFill/>
            <a:ln w="13375" cap="rnd">
              <a:solidFill>
                <a:srgbClr val="333333"/>
              </a:solidFill>
              <a:round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29" name="任意多边形 128"/>
            <p:cNvSpPr/>
            <p:nvPr/>
          </p:nvSpPr>
          <p:spPr>
            <a:xfrm>
              <a:off x="18047" y="1695"/>
              <a:ext cx="84" cy="0"/>
            </a:xfrm>
            <a:custGeom>
              <a:avLst/>
              <a:gdLst>
                <a:gd name="connisteX0" fmla="*/ 0 w 53498"/>
                <a:gd name="connsiteY0" fmla="*/ 0 h 1"/>
                <a:gd name="connisteX1" fmla="*/ 53498 w 53498"/>
                <a:gd name="connsiteY1" fmla="*/ 1 h 1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</a:cxnLst>
              <a:rect l="l" t="t" r="r" b="b"/>
              <a:pathLst>
                <a:path w="53499" h="1">
                  <a:moveTo>
                    <a:pt x="0" y="0"/>
                  </a:moveTo>
                  <a:lnTo>
                    <a:pt x="53499" y="1"/>
                  </a:lnTo>
                </a:path>
              </a:pathLst>
            </a:custGeom>
            <a:noFill/>
            <a:ln w="13375" cap="rnd">
              <a:solidFill>
                <a:srgbClr val="333333"/>
              </a:solidFill>
              <a:round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133" name="组合 132"/>
          <p:cNvGrpSpPr/>
          <p:nvPr/>
        </p:nvGrpSpPr>
        <p:grpSpPr>
          <a:xfrm>
            <a:off x="11707495" y="946785"/>
            <a:ext cx="173990" cy="165735"/>
            <a:chOff x="18437" y="1491"/>
            <a:chExt cx="274" cy="261"/>
          </a:xfrm>
        </p:grpSpPr>
        <p:sp>
          <p:nvSpPr>
            <p:cNvPr id="130" name="任意多边形 129"/>
            <p:cNvSpPr/>
            <p:nvPr/>
          </p:nvSpPr>
          <p:spPr>
            <a:xfrm>
              <a:off x="18437" y="1522"/>
              <a:ext cx="274" cy="231"/>
            </a:xfrm>
            <a:custGeom>
              <a:avLst/>
              <a:gdLst>
                <a:gd name="connisteX0" fmla="*/ 25665 w 173870"/>
                <a:gd name="connsiteY0" fmla="*/ 0 h 146506"/>
                <a:gd name="connisteX1" fmla="*/ 26749 w 173870"/>
                <a:gd name="connsiteY1" fmla="*/ 91 h 146506"/>
                <a:gd name="connisteX2" fmla="*/ 26749 w 173870"/>
                <a:gd name="connsiteY2" fmla="*/ 105325 h 146506"/>
                <a:gd name="connisteX3" fmla="*/ 28421 w 173870"/>
                <a:gd name="connsiteY3" fmla="*/ 106997 h 146506"/>
                <a:gd name="connisteX4" fmla="*/ 67409 w 173870"/>
                <a:gd name="connsiteY4" fmla="*/ 127856 h 146506"/>
                <a:gd name="connisteX5" fmla="*/ 76186 w 173870"/>
                <a:gd name="connsiteY5" fmla="*/ 141035 h 146506"/>
                <a:gd name="connisteX6" fmla="*/ 84923 w 173870"/>
                <a:gd name="connsiteY6" fmla="*/ 141505 h 146506"/>
                <a:gd name="connisteX7" fmla="*/ 95516 w 173870"/>
                <a:gd name="connsiteY7" fmla="*/ 128809 h 146506"/>
                <a:gd name="connisteX8" fmla="*/ 142066 w 173870"/>
                <a:gd name="connsiteY8" fmla="*/ 106997 h 146506"/>
                <a:gd name="connisteX9" fmla="*/ 147121 w 173870"/>
                <a:gd name="connsiteY9" fmla="*/ 101942 h 146506"/>
                <a:gd name="connisteX10" fmla="*/ 147121 w 173870"/>
                <a:gd name="connsiteY10" fmla="*/ 52 h 146506"/>
                <a:gd name="connisteX11" fmla="*/ 147996 w 173870"/>
                <a:gd name="connsiteY11" fmla="*/ 0 h 146506"/>
                <a:gd name="connisteX12" fmla="*/ 167183 w 173870"/>
                <a:gd name="connsiteY12" fmla="*/ 0 h 146506"/>
                <a:gd name="connisteX13" fmla="*/ 173870 w 173870"/>
                <a:gd name="connsiteY13" fmla="*/ 6687 h 146506"/>
                <a:gd name="connisteX14" fmla="*/ 173870 w 173870"/>
                <a:gd name="connsiteY14" fmla="*/ 127059 h 146506"/>
                <a:gd name="connisteX15" fmla="*/ 167183 w 173870"/>
                <a:gd name="connsiteY15" fmla="*/ 133746 h 146506"/>
                <a:gd name="connisteX16" fmla="*/ 155154 w 173870"/>
                <a:gd name="connsiteY16" fmla="*/ 133746 h 146506"/>
                <a:gd name="connisteX17" fmla="*/ 100049 w 173870"/>
                <a:gd name="connsiteY17" fmla="*/ 141466 h 146506"/>
                <a:gd name="connisteX18" fmla="*/ 83918 w 173870"/>
                <a:gd name="connsiteY18" fmla="*/ 146076 h 146506"/>
                <a:gd name="connisteX19" fmla="*/ 76708 w 173870"/>
                <a:gd name="connsiteY19" fmla="*/ 145710 h 146506"/>
                <a:gd name="connisteX20" fmla="*/ 14615 w 173870"/>
                <a:gd name="connsiteY20" fmla="*/ 133746 h 146506"/>
                <a:gd name="connisteX21" fmla="*/ 6687 w 173870"/>
                <a:gd name="connsiteY21" fmla="*/ 133746 h 146506"/>
                <a:gd name="connisteX22" fmla="*/ 0 w 173870"/>
                <a:gd name="connsiteY22" fmla="*/ 127059 h 146506"/>
                <a:gd name="connisteX23" fmla="*/ 0 w 173870"/>
                <a:gd name="connsiteY23" fmla="*/ 6687 h 146506"/>
                <a:gd name="connisteX24" fmla="*/ 6687 w 173870"/>
                <a:gd name="connsiteY24" fmla="*/ 0 h 146506"/>
                <a:gd name="connisteX25" fmla="*/ 25665 w 173870"/>
                <a:gd name="connsiteY25" fmla="*/ 0 h 146506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  <a:cxn ang="0">
                  <a:pos x="connisteX9" y="connsiteY9"/>
                </a:cxn>
                <a:cxn ang="0">
                  <a:pos x="connisteX10" y="connsiteY10"/>
                </a:cxn>
                <a:cxn ang="0">
                  <a:pos x="connisteX11" y="connsiteY11"/>
                </a:cxn>
                <a:cxn ang="0">
                  <a:pos x="connisteX12" y="connsiteY12"/>
                </a:cxn>
                <a:cxn ang="0">
                  <a:pos x="connisteX13" y="connsiteY13"/>
                </a:cxn>
                <a:cxn ang="0">
                  <a:pos x="connisteX14" y="connsiteY14"/>
                </a:cxn>
                <a:cxn ang="0">
                  <a:pos x="connisteX15" y="connsiteY15"/>
                </a:cxn>
                <a:cxn ang="0">
                  <a:pos x="connisteX16" y="connsiteY16"/>
                </a:cxn>
                <a:cxn ang="0">
                  <a:pos x="connisteX17" y="connsiteY17"/>
                </a:cxn>
                <a:cxn ang="0">
                  <a:pos x="connisteX18" y="connsiteY18"/>
                </a:cxn>
                <a:cxn ang="0">
                  <a:pos x="connisteX19" y="connsiteY19"/>
                </a:cxn>
                <a:cxn ang="0">
                  <a:pos x="connisteX20" y="connsiteY20"/>
                </a:cxn>
                <a:cxn ang="0">
                  <a:pos x="connisteX21" y="connsiteY21"/>
                </a:cxn>
                <a:cxn ang="0">
                  <a:pos x="connisteX22" y="connsiteY22"/>
                </a:cxn>
                <a:cxn ang="0">
                  <a:pos x="connisteX23" y="connsiteY23"/>
                </a:cxn>
                <a:cxn ang="0">
                  <a:pos x="connisteX24" y="connsiteY24"/>
                </a:cxn>
                <a:cxn ang="0">
                  <a:pos x="connisteX25" y="connsiteY25"/>
                </a:cxn>
              </a:cxnLst>
              <a:rect l="l" t="t" r="r" b="b"/>
              <a:pathLst>
                <a:path w="173871" h="146507">
                  <a:moveTo>
                    <a:pt x="25665" y="0"/>
                  </a:moveTo>
                  <a:cubicBezTo>
                    <a:pt x="26029" y="0"/>
                    <a:pt x="26392" y="32"/>
                    <a:pt x="26749" y="91"/>
                  </a:cubicBezTo>
                  <a:lnTo>
                    <a:pt x="26749" y="105326"/>
                  </a:lnTo>
                  <a:cubicBezTo>
                    <a:pt x="26750" y="106249"/>
                    <a:pt x="27498" y="106996"/>
                    <a:pt x="28421" y="106998"/>
                  </a:cubicBezTo>
                  <a:cubicBezTo>
                    <a:pt x="44086" y="106998"/>
                    <a:pt x="58719" y="114823"/>
                    <a:pt x="67409" y="127856"/>
                  </a:cubicBezTo>
                  <a:lnTo>
                    <a:pt x="76186" y="141035"/>
                  </a:lnTo>
                  <a:cubicBezTo>
                    <a:pt x="78210" y="144070"/>
                    <a:pt x="82587" y="144306"/>
                    <a:pt x="84924" y="141505"/>
                  </a:cubicBezTo>
                  <a:lnTo>
                    <a:pt x="95517" y="128810"/>
                  </a:lnTo>
                  <a:cubicBezTo>
                    <a:pt x="107031" y="114993"/>
                    <a:pt x="124082" y="106999"/>
                    <a:pt x="142067" y="106998"/>
                  </a:cubicBezTo>
                  <a:cubicBezTo>
                    <a:pt x="144856" y="106998"/>
                    <a:pt x="147122" y="104732"/>
                    <a:pt x="147122" y="101943"/>
                  </a:cubicBezTo>
                  <a:lnTo>
                    <a:pt x="147122" y="52"/>
                  </a:lnTo>
                  <a:cubicBezTo>
                    <a:pt x="147411" y="14"/>
                    <a:pt x="147704" y="0"/>
                    <a:pt x="147997" y="0"/>
                  </a:cubicBezTo>
                  <a:lnTo>
                    <a:pt x="167184" y="0"/>
                  </a:lnTo>
                  <a:cubicBezTo>
                    <a:pt x="170877" y="0"/>
                    <a:pt x="173871" y="2994"/>
                    <a:pt x="173871" y="6687"/>
                  </a:cubicBezTo>
                  <a:lnTo>
                    <a:pt x="173871" y="127060"/>
                  </a:lnTo>
                  <a:cubicBezTo>
                    <a:pt x="173871" y="130753"/>
                    <a:pt x="170877" y="133747"/>
                    <a:pt x="167184" y="133747"/>
                  </a:cubicBezTo>
                  <a:lnTo>
                    <a:pt x="155154" y="133747"/>
                  </a:lnTo>
                  <a:cubicBezTo>
                    <a:pt x="136516" y="133747"/>
                    <a:pt x="117970" y="136346"/>
                    <a:pt x="100049" y="141466"/>
                  </a:cubicBezTo>
                  <a:lnTo>
                    <a:pt x="83918" y="146077"/>
                  </a:lnTo>
                  <a:cubicBezTo>
                    <a:pt x="81543" y="146755"/>
                    <a:pt x="79002" y="146628"/>
                    <a:pt x="76709" y="145711"/>
                  </a:cubicBezTo>
                  <a:cubicBezTo>
                    <a:pt x="56959" y="137811"/>
                    <a:pt x="35886" y="133748"/>
                    <a:pt x="14616" y="133747"/>
                  </a:cubicBezTo>
                  <a:lnTo>
                    <a:pt x="6687" y="133747"/>
                  </a:lnTo>
                  <a:cubicBezTo>
                    <a:pt x="2994" y="133747"/>
                    <a:pt x="0" y="130753"/>
                    <a:pt x="0" y="127060"/>
                  </a:cubicBezTo>
                  <a:lnTo>
                    <a:pt x="0" y="6687"/>
                  </a:lnTo>
                  <a:cubicBezTo>
                    <a:pt x="0" y="2994"/>
                    <a:pt x="2994" y="0"/>
                    <a:pt x="6687" y="0"/>
                  </a:cubicBezTo>
                  <a:lnTo>
                    <a:pt x="25665" y="0"/>
                  </a:lnTo>
                  <a:close/>
                </a:path>
              </a:pathLst>
            </a:custGeom>
            <a:noFill/>
            <a:ln w="13375" cap="rnd">
              <a:solidFill>
                <a:srgbClr val="333333"/>
              </a:solidFill>
              <a:round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31" name="任意多边形 130"/>
            <p:cNvSpPr/>
            <p:nvPr/>
          </p:nvSpPr>
          <p:spPr>
            <a:xfrm>
              <a:off x="18479" y="1491"/>
              <a:ext cx="190" cy="257"/>
            </a:xfrm>
            <a:custGeom>
              <a:avLst/>
              <a:gdLst>
                <a:gd name="connisteX0" fmla="*/ 44162 w 120372"/>
                <a:gd name="connsiteY0" fmla="*/ 17413 h 163530"/>
                <a:gd name="connisteX1" fmla="*/ 51582 w 120372"/>
                <a:gd name="connsiteY1" fmla="*/ 24833 h 163530"/>
                <a:gd name="connisteX2" fmla="*/ 55614 w 120372"/>
                <a:gd name="connsiteY2" fmla="*/ 25056 h 163530"/>
                <a:gd name="connisteX3" fmla="*/ 65837 w 120372"/>
                <a:gd name="connsiteY3" fmla="*/ 16878 h 163530"/>
                <a:gd name="connisteX4" fmla="*/ 113953 w 120372"/>
                <a:gd name="connsiteY4" fmla="*/ 0 h 163530"/>
                <a:gd name="connisteX5" fmla="*/ 120372 w 120372"/>
                <a:gd name="connsiteY5" fmla="*/ 6418 h 163530"/>
                <a:gd name="connisteX6" fmla="*/ 120372 w 120372"/>
                <a:gd name="connsiteY6" fmla="*/ 122008 h 163530"/>
                <a:gd name="connisteX7" fmla="*/ 115321 w 120372"/>
                <a:gd name="connsiteY7" fmla="*/ 127059 h 163530"/>
                <a:gd name="connisteX8" fmla="*/ 68762 w 120372"/>
                <a:gd name="connsiteY8" fmla="*/ 148866 h 163530"/>
                <a:gd name="connisteX9" fmla="*/ 58180 w 120372"/>
                <a:gd name="connsiteY9" fmla="*/ 161565 h 163530"/>
                <a:gd name="connisteX10" fmla="*/ 49442 w 120372"/>
                <a:gd name="connsiteY10" fmla="*/ 161099 h 163530"/>
                <a:gd name="connisteX11" fmla="*/ 40659 w 120372"/>
                <a:gd name="connsiteY11" fmla="*/ 147924 h 163530"/>
                <a:gd name="connisteX12" fmla="*/ 1673 w 120372"/>
                <a:gd name="connsiteY12" fmla="*/ 127059 h 163530"/>
                <a:gd name="connisteX13" fmla="*/ 0 w 120372"/>
                <a:gd name="connsiteY13" fmla="*/ 125386 h 163530"/>
                <a:gd name="connisteX14" fmla="*/ 0 w 120372"/>
                <a:gd name="connsiteY14" fmla="*/ 2123 h 163530"/>
                <a:gd name="connisteX15" fmla="*/ 2123 w 120372"/>
                <a:gd name="connsiteY15" fmla="*/ 0 h 163530"/>
                <a:gd name="connisteX16" fmla="*/ 44162 w 120372"/>
                <a:gd name="connsiteY16" fmla="*/ 17413 h 16353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  <a:cxn ang="0">
                  <a:pos x="connisteX9" y="connsiteY9"/>
                </a:cxn>
                <a:cxn ang="0">
                  <a:pos x="connisteX10" y="connsiteY10"/>
                </a:cxn>
                <a:cxn ang="0">
                  <a:pos x="connisteX11" y="connsiteY11"/>
                </a:cxn>
                <a:cxn ang="0">
                  <a:pos x="connisteX12" y="connsiteY12"/>
                </a:cxn>
                <a:cxn ang="0">
                  <a:pos x="connisteX13" y="connsiteY13"/>
                </a:cxn>
                <a:cxn ang="0">
                  <a:pos x="connisteX14" y="connsiteY14"/>
                </a:cxn>
                <a:cxn ang="0">
                  <a:pos x="connisteX15" y="connsiteY15"/>
                </a:cxn>
                <a:cxn ang="0">
                  <a:pos x="connisteX16" y="connsiteY16"/>
                </a:cxn>
              </a:cxnLst>
              <a:rect l="l" t="t" r="r" b="b"/>
              <a:pathLst>
                <a:path w="120372" h="163531">
                  <a:moveTo>
                    <a:pt x="44163" y="17413"/>
                  </a:moveTo>
                  <a:lnTo>
                    <a:pt x="51582" y="24833"/>
                  </a:lnTo>
                  <a:cubicBezTo>
                    <a:pt x="52673" y="25924"/>
                    <a:pt x="54410" y="26020"/>
                    <a:pt x="55615" y="25056"/>
                  </a:cubicBezTo>
                  <a:lnTo>
                    <a:pt x="65838" y="16878"/>
                  </a:lnTo>
                  <a:cubicBezTo>
                    <a:pt x="79495" y="5952"/>
                    <a:pt x="96464" y="0"/>
                    <a:pt x="113954" y="0"/>
                  </a:cubicBezTo>
                  <a:cubicBezTo>
                    <a:pt x="117499" y="0"/>
                    <a:pt x="120372" y="2874"/>
                    <a:pt x="120372" y="6419"/>
                  </a:cubicBezTo>
                  <a:lnTo>
                    <a:pt x="120372" y="122009"/>
                  </a:lnTo>
                  <a:cubicBezTo>
                    <a:pt x="120372" y="124798"/>
                    <a:pt x="118111" y="127060"/>
                    <a:pt x="115322" y="127060"/>
                  </a:cubicBezTo>
                  <a:cubicBezTo>
                    <a:pt x="97335" y="127060"/>
                    <a:pt x="80278" y="135049"/>
                    <a:pt x="68763" y="148866"/>
                  </a:cubicBezTo>
                  <a:lnTo>
                    <a:pt x="58180" y="161566"/>
                  </a:lnTo>
                  <a:cubicBezTo>
                    <a:pt x="55844" y="164370"/>
                    <a:pt x="51467" y="164136"/>
                    <a:pt x="49443" y="161099"/>
                  </a:cubicBezTo>
                  <a:lnTo>
                    <a:pt x="40659" y="147924"/>
                  </a:lnTo>
                  <a:cubicBezTo>
                    <a:pt x="31969" y="134889"/>
                    <a:pt x="17340" y="127060"/>
                    <a:pt x="1674" y="127060"/>
                  </a:cubicBezTo>
                  <a:cubicBezTo>
                    <a:pt x="749" y="127060"/>
                    <a:pt x="0" y="126310"/>
                    <a:pt x="0" y="125386"/>
                  </a:cubicBezTo>
                  <a:lnTo>
                    <a:pt x="0" y="2123"/>
                  </a:lnTo>
                  <a:cubicBezTo>
                    <a:pt x="0" y="951"/>
                    <a:pt x="951" y="0"/>
                    <a:pt x="2123" y="0"/>
                  </a:cubicBezTo>
                  <a:cubicBezTo>
                    <a:pt x="17891" y="0"/>
                    <a:pt x="33013" y="6264"/>
                    <a:pt x="44163" y="17413"/>
                  </a:cubicBezTo>
                  <a:close/>
                </a:path>
              </a:pathLst>
            </a:custGeom>
            <a:noFill/>
            <a:ln w="13375" cap="rnd">
              <a:solidFill>
                <a:srgbClr val="333333"/>
              </a:solidFill>
              <a:round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32" name="任意多边形 131"/>
            <p:cNvSpPr/>
            <p:nvPr/>
          </p:nvSpPr>
          <p:spPr>
            <a:xfrm>
              <a:off x="18563" y="1533"/>
              <a:ext cx="0" cy="210"/>
            </a:xfrm>
            <a:custGeom>
              <a:avLst/>
              <a:gdLst>
                <a:gd name="connisteX0" fmla="*/ 0 w 0"/>
                <a:gd name="connsiteY0" fmla="*/ 0 h 133746"/>
                <a:gd name="connisteX1" fmla="*/ 0 w 0"/>
                <a:gd name="connsiteY1" fmla="*/ 133746 h 133746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</a:cxnLst>
              <a:rect l="l" t="t" r="r" b="b"/>
              <a:pathLst>
                <a:path h="133747">
                  <a:moveTo>
                    <a:pt x="0" y="0"/>
                  </a:moveTo>
                  <a:lnTo>
                    <a:pt x="0" y="133747"/>
                  </a:lnTo>
                </a:path>
              </a:pathLst>
            </a:custGeom>
            <a:noFill/>
            <a:ln w="13375" cap="rnd">
              <a:solidFill>
                <a:srgbClr val="333333"/>
              </a:solidFill>
              <a:round/>
            </a:ln>
          </p:spPr>
          <p:txBody>
            <a:bodyPr/>
            <a:p>
              <a:endParaRPr lang="zh-CN" altLang="en-US"/>
            </a:p>
          </p:txBody>
        </p:sp>
      </p:grpSp>
      <p:sp>
        <p:nvSpPr>
          <p:cNvPr id="135" name="任意多边形 134"/>
          <p:cNvSpPr/>
          <p:nvPr/>
        </p:nvSpPr>
        <p:spPr>
          <a:xfrm>
            <a:off x="3770630" y="6332220"/>
            <a:ext cx="143510" cy="143510"/>
          </a:xfrm>
          <a:custGeom>
            <a:avLst/>
            <a:gdLst>
              <a:gd name="connisteX0" fmla="*/ 91686 w 143950"/>
              <a:gd name="connsiteY0" fmla="*/ 69729 h 143946"/>
              <a:gd name="connisteX1" fmla="*/ 105195 w 143950"/>
              <a:gd name="connsiteY1" fmla="*/ 66436 h 143946"/>
              <a:gd name="connisteX2" fmla="*/ 143950 w 143950"/>
              <a:gd name="connsiteY2" fmla="*/ 105191 h 143946"/>
              <a:gd name="connisteX3" fmla="*/ 143950 w 143950"/>
              <a:gd name="connsiteY3" fmla="*/ 127337 h 143946"/>
              <a:gd name="connisteX4" fmla="*/ 138413 w 143950"/>
              <a:gd name="connsiteY4" fmla="*/ 132873 h 143946"/>
              <a:gd name="connisteX5" fmla="*/ 105195 w 143950"/>
              <a:gd name="connsiteY5" fmla="*/ 132873 h 143946"/>
              <a:gd name="connisteX6" fmla="*/ 66436 w 143950"/>
              <a:gd name="connsiteY6" fmla="*/ 22145 h 143946"/>
              <a:gd name="connisteX7" fmla="*/ 44291 w 143950"/>
              <a:gd name="connsiteY7" fmla="*/ 44291 h 143946"/>
              <a:gd name="connisteX8" fmla="*/ 22145 w 143950"/>
              <a:gd name="connsiteY8" fmla="*/ 22145 h 143946"/>
              <a:gd name="connisteX9" fmla="*/ 44291 w 143950"/>
              <a:gd name="connsiteY9" fmla="*/ 0 h 143946"/>
              <a:gd name="connisteX10" fmla="*/ 66436 w 143950"/>
              <a:gd name="connsiteY10" fmla="*/ 22145 h 143946"/>
              <a:gd name="connisteX11" fmla="*/ 88582 w 143950"/>
              <a:gd name="connsiteY11" fmla="*/ 110728 h 143946"/>
              <a:gd name="connisteX12" fmla="*/ 88582 w 143950"/>
              <a:gd name="connsiteY12" fmla="*/ 138410 h 143946"/>
              <a:gd name="connisteX13" fmla="*/ 83046 w 143950"/>
              <a:gd name="connsiteY13" fmla="*/ 143946 h 143946"/>
              <a:gd name="connisteX14" fmla="*/ 5536 w 143950"/>
              <a:gd name="connsiteY14" fmla="*/ 143946 h 143946"/>
              <a:gd name="connisteX15" fmla="*/ 0 w 143950"/>
              <a:gd name="connsiteY15" fmla="*/ 138410 h 143946"/>
              <a:gd name="connisteX16" fmla="*/ 0 w 143950"/>
              <a:gd name="connsiteY16" fmla="*/ 110728 h 143946"/>
              <a:gd name="connisteX17" fmla="*/ 44291 w 143950"/>
              <a:gd name="connsiteY17" fmla="*/ 66436 h 143946"/>
              <a:gd name="connisteX18" fmla="*/ 88582 w 143950"/>
              <a:gd name="connsiteY18" fmla="*/ 110728 h 143946"/>
              <a:gd name="connisteX19" fmla="*/ 121806 w 143950"/>
              <a:gd name="connsiteY19" fmla="*/ 27682 h 143946"/>
              <a:gd name="connisteX20" fmla="*/ 105197 w 143950"/>
              <a:gd name="connsiteY20" fmla="*/ 44291 h 143946"/>
              <a:gd name="connisteX21" fmla="*/ 88588 w 143950"/>
              <a:gd name="connsiteY21" fmla="*/ 27682 h 143946"/>
              <a:gd name="connisteX22" fmla="*/ 105197 w 143950"/>
              <a:gd name="connsiteY22" fmla="*/ 11072 h 143946"/>
              <a:gd name="connisteX23" fmla="*/ 121806 w 143950"/>
              <a:gd name="connsiteY23" fmla="*/ 27682 h 143946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  <a:cxn ang="0">
                <a:pos x="connisteX9" y="connsiteY9"/>
              </a:cxn>
              <a:cxn ang="0">
                <a:pos x="connisteX10" y="connsiteY10"/>
              </a:cxn>
              <a:cxn ang="0">
                <a:pos x="connisteX11" y="connsiteY11"/>
              </a:cxn>
              <a:cxn ang="0">
                <a:pos x="connisteX12" y="connsiteY12"/>
              </a:cxn>
              <a:cxn ang="0">
                <a:pos x="connisteX13" y="connsiteY13"/>
              </a:cxn>
              <a:cxn ang="0">
                <a:pos x="connisteX14" y="connsiteY14"/>
              </a:cxn>
              <a:cxn ang="0">
                <a:pos x="connisteX15" y="connsiteY15"/>
              </a:cxn>
              <a:cxn ang="0">
                <a:pos x="connisteX16" y="connsiteY16"/>
              </a:cxn>
              <a:cxn ang="0">
                <a:pos x="connisteX17" y="connsiteY17"/>
              </a:cxn>
              <a:cxn ang="0">
                <a:pos x="connisteX18" y="connsiteY18"/>
              </a:cxn>
              <a:cxn ang="0">
                <a:pos x="connisteX19" y="connsiteY19"/>
              </a:cxn>
              <a:cxn ang="0">
                <a:pos x="connisteX20" y="connsiteY20"/>
              </a:cxn>
              <a:cxn ang="0">
                <a:pos x="connisteX21" y="connsiteY21"/>
              </a:cxn>
              <a:cxn ang="0">
                <a:pos x="connisteX22" y="connsiteY22"/>
              </a:cxn>
              <a:cxn ang="0">
                <a:pos x="connisteX23" y="connsiteY23"/>
              </a:cxn>
            </a:cxnLst>
            <a:rect l="l" t="t" r="r" b="b"/>
            <a:pathLst>
              <a:path w="143950" h="143947">
                <a:moveTo>
                  <a:pt x="91686" y="69729"/>
                </a:moveTo>
                <a:cubicBezTo>
                  <a:pt x="95330" y="67951"/>
                  <a:pt x="99250" y="66437"/>
                  <a:pt x="105195" y="66437"/>
                </a:cubicBezTo>
                <a:cubicBezTo>
                  <a:pt x="126599" y="66437"/>
                  <a:pt x="143950" y="83788"/>
                  <a:pt x="143950" y="105192"/>
                </a:cubicBezTo>
                <a:lnTo>
                  <a:pt x="143950" y="127337"/>
                </a:lnTo>
                <a:cubicBezTo>
                  <a:pt x="143950" y="130395"/>
                  <a:pt x="141472" y="132874"/>
                  <a:pt x="138414" y="132874"/>
                </a:cubicBezTo>
                <a:cubicBezTo>
                  <a:pt x="123810" y="132874"/>
                  <a:pt x="117396" y="132874"/>
                  <a:pt x="105195" y="132874"/>
                </a:cubicBezTo>
                <a:moveTo>
                  <a:pt x="66437" y="22146"/>
                </a:moveTo>
                <a:cubicBezTo>
                  <a:pt x="66437" y="34376"/>
                  <a:pt x="56522" y="44291"/>
                  <a:pt x="44291" y="44291"/>
                </a:cubicBezTo>
                <a:cubicBezTo>
                  <a:pt x="32060" y="44291"/>
                  <a:pt x="22146" y="34376"/>
                  <a:pt x="22146" y="22146"/>
                </a:cubicBezTo>
                <a:cubicBezTo>
                  <a:pt x="22146" y="9915"/>
                  <a:pt x="32060" y="0"/>
                  <a:pt x="44291" y="0"/>
                </a:cubicBezTo>
                <a:cubicBezTo>
                  <a:pt x="56522" y="0"/>
                  <a:pt x="66437" y="9915"/>
                  <a:pt x="66437" y="22146"/>
                </a:cubicBezTo>
                <a:moveTo>
                  <a:pt x="88583" y="110728"/>
                </a:moveTo>
                <a:lnTo>
                  <a:pt x="88583" y="138410"/>
                </a:lnTo>
                <a:cubicBezTo>
                  <a:pt x="88583" y="141468"/>
                  <a:pt x="86104" y="143947"/>
                  <a:pt x="83046" y="143947"/>
                </a:cubicBezTo>
                <a:lnTo>
                  <a:pt x="5536" y="143947"/>
                </a:lnTo>
                <a:cubicBezTo>
                  <a:pt x="2479" y="143947"/>
                  <a:pt x="0" y="141468"/>
                  <a:pt x="0" y="138410"/>
                </a:cubicBezTo>
                <a:lnTo>
                  <a:pt x="0" y="110728"/>
                </a:lnTo>
                <a:cubicBezTo>
                  <a:pt x="0" y="86267"/>
                  <a:pt x="19830" y="66437"/>
                  <a:pt x="44291" y="66437"/>
                </a:cubicBezTo>
                <a:cubicBezTo>
                  <a:pt x="68753" y="66437"/>
                  <a:pt x="88583" y="86267"/>
                  <a:pt x="88583" y="110728"/>
                </a:cubicBezTo>
                <a:moveTo>
                  <a:pt x="121806" y="27682"/>
                </a:moveTo>
                <a:cubicBezTo>
                  <a:pt x="121806" y="36855"/>
                  <a:pt x="114370" y="44291"/>
                  <a:pt x="105197" y="44291"/>
                </a:cubicBezTo>
                <a:cubicBezTo>
                  <a:pt x="96024" y="44291"/>
                  <a:pt x="88588" y="36855"/>
                  <a:pt x="88588" y="27682"/>
                </a:cubicBezTo>
                <a:cubicBezTo>
                  <a:pt x="88588" y="18509"/>
                  <a:pt x="96024" y="11073"/>
                  <a:pt x="105197" y="11073"/>
                </a:cubicBezTo>
                <a:cubicBezTo>
                  <a:pt x="114370" y="11073"/>
                  <a:pt x="121806" y="18509"/>
                  <a:pt x="121806" y="27682"/>
                </a:cubicBezTo>
              </a:path>
            </a:pathLst>
          </a:custGeom>
          <a:noFill/>
          <a:ln w="11073" cap="rnd">
            <a:solidFill>
              <a:srgbClr val="333333"/>
            </a:solidFill>
            <a:round/>
          </a:ln>
        </p:spPr>
        <p:txBody>
          <a:bodyPr/>
          <a:p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8510270" y="5043805"/>
            <a:ext cx="2005330" cy="105727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8571865" y="5871845"/>
            <a:ext cx="1845310" cy="2292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en-US" altLang="zh-CN" sz="900"/>
              <a:t> </a:t>
            </a:r>
            <a:r>
              <a:rPr lang="zh-CN" altLang="en-US" sz="900"/>
              <a:t>■</a:t>
            </a:r>
            <a:r>
              <a:rPr lang="en-US" altLang="zh-CN" sz="900"/>
              <a:t> qwen3.6-max    </a:t>
            </a:r>
            <a:endParaRPr lang="en-US" altLang="zh-CN" sz="900"/>
          </a:p>
        </p:txBody>
      </p:sp>
      <p:sp>
        <p:nvSpPr>
          <p:cNvPr id="30" name="文本框 29"/>
          <p:cNvSpPr txBox="1"/>
          <p:nvPr/>
        </p:nvSpPr>
        <p:spPr>
          <a:xfrm>
            <a:off x="8585835" y="5709920"/>
            <a:ext cx="1845310" cy="2292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zh-CN" altLang="en-US" sz="900"/>
              <a:t>⚪</a:t>
            </a:r>
            <a:r>
              <a:rPr lang="en-US" altLang="zh-CN" sz="900"/>
              <a:t> deepseek-v4-f</a:t>
            </a:r>
            <a:r>
              <a:rPr lang="en-US" altLang="zh-CN" sz="900"/>
              <a:t>lash0731    </a:t>
            </a:r>
            <a:endParaRPr lang="en-US" altLang="zh-CN" sz="900"/>
          </a:p>
        </p:txBody>
      </p:sp>
      <p:sp>
        <p:nvSpPr>
          <p:cNvPr id="38" name="文本框 37"/>
          <p:cNvSpPr txBox="1"/>
          <p:nvPr/>
        </p:nvSpPr>
        <p:spPr>
          <a:xfrm>
            <a:off x="8585835" y="5547995"/>
            <a:ext cx="1845310" cy="2292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zh-CN" altLang="en-US" sz="900"/>
              <a:t>⚪</a:t>
            </a:r>
            <a:r>
              <a:rPr lang="en-US" altLang="zh-CN" sz="900"/>
              <a:t> qwen3.8-</a:t>
            </a:r>
            <a:r>
              <a:rPr lang="en-US" altLang="zh-CN" sz="900"/>
              <a:t>plus    </a:t>
            </a:r>
            <a:endParaRPr lang="en-US" altLang="zh-CN" sz="900"/>
          </a:p>
        </p:txBody>
      </p:sp>
      <p:sp>
        <p:nvSpPr>
          <p:cNvPr id="47" name="文本框 46"/>
          <p:cNvSpPr txBox="1"/>
          <p:nvPr/>
        </p:nvSpPr>
        <p:spPr>
          <a:xfrm>
            <a:off x="8510270" y="5393690"/>
            <a:ext cx="1845310" cy="2292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zh-CN" altLang="en-US" sz="900"/>
              <a:t>阿里云百炼</a:t>
            </a:r>
            <a:r>
              <a:rPr lang="en-US" altLang="zh-CN" sz="900"/>
              <a:t>    </a:t>
            </a:r>
            <a:endParaRPr lang="en-US" altLang="zh-CN" sz="900"/>
          </a:p>
        </p:txBody>
      </p:sp>
      <p:sp>
        <p:nvSpPr>
          <p:cNvPr id="55" name="文本框 54"/>
          <p:cNvSpPr txBox="1"/>
          <p:nvPr/>
        </p:nvSpPr>
        <p:spPr>
          <a:xfrm>
            <a:off x="8585835" y="5221605"/>
            <a:ext cx="1845310" cy="2292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en-US" altLang="zh-CN" sz="900"/>
              <a:t>GPT-6-A</a:t>
            </a:r>
            <a:r>
              <a:rPr lang="en-US" altLang="zh-CN" sz="900"/>
              <a:t>stra</a:t>
            </a:r>
            <a:endParaRPr lang="en-US" altLang="zh-CN" sz="900"/>
          </a:p>
        </p:txBody>
      </p:sp>
      <p:sp>
        <p:nvSpPr>
          <p:cNvPr id="56" name="文本框 55"/>
          <p:cNvSpPr txBox="1"/>
          <p:nvPr/>
        </p:nvSpPr>
        <p:spPr>
          <a:xfrm>
            <a:off x="8585835" y="5043805"/>
            <a:ext cx="1845310" cy="2292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en-US" altLang="zh-CN" sz="900"/>
              <a:t>GPT-5.6-S</a:t>
            </a:r>
            <a:r>
              <a:rPr lang="en-US" altLang="zh-CN" sz="900"/>
              <a:t>ol</a:t>
            </a:r>
            <a:endParaRPr lang="en-US" altLang="zh-CN" sz="900"/>
          </a:p>
        </p:txBody>
      </p:sp>
      <p:sp>
        <p:nvSpPr>
          <p:cNvPr id="108" name="文本框 107"/>
          <p:cNvSpPr txBox="1"/>
          <p:nvPr/>
        </p:nvSpPr>
        <p:spPr>
          <a:xfrm>
            <a:off x="386080" y="3735070"/>
            <a:ext cx="1988185" cy="11283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zh-CN" altLang="en-US" sz="900"/>
              <a:t>说明：这里是项目与聊天，可以置顶，归档，点击下箭头是向下展开项目内聊天。只有项目内的聊天可以操作文件夹，直接创建的</a:t>
            </a:r>
            <a:r>
              <a:rPr lang="en-US" altLang="zh-CN" sz="900"/>
              <a:t>chat</a:t>
            </a:r>
            <a:r>
              <a:rPr lang="zh-CN" altLang="en-US" sz="900"/>
              <a:t>不能操作文件夹仅能对话，但其上下文可以被手动添加进聊天，从输入框的左下角加号</a:t>
            </a:r>
            <a:r>
              <a:rPr lang="zh-CN" altLang="en-US" sz="900"/>
              <a:t>进入</a:t>
            </a:r>
            <a:endParaRPr lang="zh-CN" altLang="en-US" sz="900"/>
          </a:p>
        </p:txBody>
      </p:sp>
      <p:sp>
        <p:nvSpPr>
          <p:cNvPr id="121" name="文本框 120"/>
          <p:cNvSpPr txBox="1"/>
          <p:nvPr/>
        </p:nvSpPr>
        <p:spPr>
          <a:xfrm>
            <a:off x="218440" y="209550"/>
            <a:ext cx="1944370" cy="3048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主界面</a:t>
            </a:r>
            <a:endParaRPr lang="zh-CN" altLang="en-US"/>
          </a:p>
        </p:txBody>
      </p:sp>
      <p:sp>
        <p:nvSpPr>
          <p:cNvPr id="23" name="任意多边形 22"/>
          <p:cNvSpPr/>
          <p:nvPr/>
        </p:nvSpPr>
        <p:spPr>
          <a:xfrm>
            <a:off x="10325100" y="5086985"/>
            <a:ext cx="140335" cy="140335"/>
          </a:xfrm>
          <a:custGeom>
            <a:avLst/>
            <a:gdLst>
              <a:gd name="connisteX0" fmla="*/ 69959 w 139918"/>
              <a:gd name="connsiteY0" fmla="*/ 0 h 139918"/>
              <a:gd name="connisteX1" fmla="*/ 139918 w 139918"/>
              <a:gd name="connsiteY1" fmla="*/ 69959 h 139918"/>
              <a:gd name="connisteX2" fmla="*/ 69959 w 139918"/>
              <a:gd name="connsiteY2" fmla="*/ 139918 h 139918"/>
              <a:gd name="connisteX3" fmla="*/ 0 w 139918"/>
              <a:gd name="connsiteY3" fmla="*/ 69959 h 139918"/>
              <a:gd name="connisteX4" fmla="*/ 69959 w 139918"/>
              <a:gd name="connsiteY4" fmla="*/ 0 h 139918"/>
              <a:gd name="connisteX5" fmla="*/ 69950 w 139918"/>
              <a:gd name="connsiteY5" fmla="*/ 28160 h 139918"/>
              <a:gd name="connisteX6" fmla="*/ 64029 w 139918"/>
              <a:gd name="connsiteY6" fmla="*/ 34081 h 139918"/>
              <a:gd name="connisteX7" fmla="*/ 64029 w 139918"/>
              <a:gd name="connsiteY7" fmla="*/ 64038 h 139918"/>
              <a:gd name="connisteX8" fmla="*/ 34081 w 139918"/>
              <a:gd name="connsiteY8" fmla="*/ 64038 h 139918"/>
              <a:gd name="connisteX9" fmla="*/ 28160 w 139918"/>
              <a:gd name="connsiteY9" fmla="*/ 69959 h 139918"/>
              <a:gd name="connisteX10" fmla="*/ 34081 w 139918"/>
              <a:gd name="connsiteY10" fmla="*/ 75880 h 139918"/>
              <a:gd name="connisteX11" fmla="*/ 64029 w 139918"/>
              <a:gd name="connsiteY11" fmla="*/ 75880 h 139918"/>
              <a:gd name="connisteX12" fmla="*/ 64029 w 139918"/>
              <a:gd name="connsiteY12" fmla="*/ 105836 h 139918"/>
              <a:gd name="connisteX13" fmla="*/ 69950 w 139918"/>
              <a:gd name="connsiteY13" fmla="*/ 111758 h 139918"/>
              <a:gd name="connisteX14" fmla="*/ 75871 w 139918"/>
              <a:gd name="connsiteY14" fmla="*/ 105836 h 139918"/>
              <a:gd name="connisteX15" fmla="*/ 75871 w 139918"/>
              <a:gd name="connsiteY15" fmla="*/ 75880 h 139918"/>
              <a:gd name="connisteX16" fmla="*/ 105819 w 139918"/>
              <a:gd name="connsiteY16" fmla="*/ 75880 h 139918"/>
              <a:gd name="connisteX17" fmla="*/ 111740 w 139918"/>
              <a:gd name="connsiteY17" fmla="*/ 69959 h 139918"/>
              <a:gd name="connisteX18" fmla="*/ 105819 w 139918"/>
              <a:gd name="connsiteY18" fmla="*/ 64038 h 139918"/>
              <a:gd name="connisteX19" fmla="*/ 75871 w 139918"/>
              <a:gd name="connsiteY19" fmla="*/ 64038 h 139918"/>
              <a:gd name="connisteX20" fmla="*/ 75871 w 139918"/>
              <a:gd name="connsiteY20" fmla="*/ 34081 h 139918"/>
              <a:gd name="connisteX21" fmla="*/ 69950 w 139918"/>
              <a:gd name="connsiteY21" fmla="*/ 28160 h 139918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  <a:cxn ang="0">
                <a:pos x="connisteX9" y="connsiteY9"/>
              </a:cxn>
              <a:cxn ang="0">
                <a:pos x="connisteX10" y="connsiteY10"/>
              </a:cxn>
              <a:cxn ang="0">
                <a:pos x="connisteX11" y="connsiteY11"/>
              </a:cxn>
              <a:cxn ang="0">
                <a:pos x="connisteX12" y="connsiteY12"/>
              </a:cxn>
              <a:cxn ang="0">
                <a:pos x="connisteX13" y="connsiteY13"/>
              </a:cxn>
              <a:cxn ang="0">
                <a:pos x="connisteX14" y="connsiteY14"/>
              </a:cxn>
              <a:cxn ang="0">
                <a:pos x="connisteX15" y="connsiteY15"/>
              </a:cxn>
              <a:cxn ang="0">
                <a:pos x="connisteX16" y="connsiteY16"/>
              </a:cxn>
              <a:cxn ang="0">
                <a:pos x="connisteX17" y="connsiteY17"/>
              </a:cxn>
              <a:cxn ang="0">
                <a:pos x="connisteX18" y="connsiteY18"/>
              </a:cxn>
              <a:cxn ang="0">
                <a:pos x="connisteX19" y="connsiteY19"/>
              </a:cxn>
              <a:cxn ang="0">
                <a:pos x="connisteX20" y="connsiteY20"/>
              </a:cxn>
              <a:cxn ang="0">
                <a:pos x="connisteX21" y="connsiteY21"/>
              </a:cxn>
            </a:cxnLst>
            <a:rect l="l" t="t" r="r" b="b"/>
            <a:pathLst>
              <a:path w="139919" h="139919">
                <a:moveTo>
                  <a:pt x="69959" y="0"/>
                </a:moveTo>
                <a:cubicBezTo>
                  <a:pt x="108598" y="0"/>
                  <a:pt x="139919" y="31321"/>
                  <a:pt x="139919" y="69959"/>
                </a:cubicBezTo>
                <a:cubicBezTo>
                  <a:pt x="139919" y="108598"/>
                  <a:pt x="108598" y="139919"/>
                  <a:pt x="69959" y="139919"/>
                </a:cubicBezTo>
                <a:cubicBezTo>
                  <a:pt x="31321" y="139919"/>
                  <a:pt x="0" y="108598"/>
                  <a:pt x="0" y="69959"/>
                </a:cubicBezTo>
                <a:cubicBezTo>
                  <a:pt x="0" y="31321"/>
                  <a:pt x="31321" y="0"/>
                  <a:pt x="69959" y="0"/>
                </a:cubicBezTo>
                <a:moveTo>
                  <a:pt x="69951" y="28161"/>
                </a:moveTo>
                <a:cubicBezTo>
                  <a:pt x="66681" y="28161"/>
                  <a:pt x="64029" y="30813"/>
                  <a:pt x="64029" y="34082"/>
                </a:cubicBezTo>
                <a:lnTo>
                  <a:pt x="64029" y="64038"/>
                </a:lnTo>
                <a:lnTo>
                  <a:pt x="34082" y="64038"/>
                </a:lnTo>
                <a:cubicBezTo>
                  <a:pt x="30813" y="64038"/>
                  <a:pt x="28161" y="66690"/>
                  <a:pt x="28161" y="69959"/>
                </a:cubicBezTo>
                <a:cubicBezTo>
                  <a:pt x="28161" y="73229"/>
                  <a:pt x="30813" y="75881"/>
                  <a:pt x="34082" y="75881"/>
                </a:cubicBezTo>
                <a:lnTo>
                  <a:pt x="64029" y="75881"/>
                </a:lnTo>
                <a:lnTo>
                  <a:pt x="64029" y="105837"/>
                </a:lnTo>
                <a:cubicBezTo>
                  <a:pt x="64029" y="109106"/>
                  <a:pt x="66681" y="111758"/>
                  <a:pt x="69951" y="111758"/>
                </a:cubicBezTo>
                <a:cubicBezTo>
                  <a:pt x="73219" y="111757"/>
                  <a:pt x="75872" y="109106"/>
                  <a:pt x="75872" y="105837"/>
                </a:cubicBezTo>
                <a:lnTo>
                  <a:pt x="75872" y="75881"/>
                </a:lnTo>
                <a:lnTo>
                  <a:pt x="105819" y="75881"/>
                </a:lnTo>
                <a:cubicBezTo>
                  <a:pt x="109088" y="75879"/>
                  <a:pt x="111741" y="73228"/>
                  <a:pt x="111741" y="69959"/>
                </a:cubicBezTo>
                <a:cubicBezTo>
                  <a:pt x="111741" y="66691"/>
                  <a:pt x="109088" y="64039"/>
                  <a:pt x="105819" y="64038"/>
                </a:cubicBezTo>
                <a:lnTo>
                  <a:pt x="75872" y="64038"/>
                </a:lnTo>
                <a:lnTo>
                  <a:pt x="75872" y="34082"/>
                </a:lnTo>
                <a:cubicBezTo>
                  <a:pt x="75872" y="30813"/>
                  <a:pt x="73219" y="28162"/>
                  <a:pt x="69951" y="28161"/>
                </a:cubicBezTo>
              </a:path>
            </a:pathLst>
          </a:custGeom>
          <a:solidFill>
            <a:srgbClr val="000000"/>
          </a:solidFill>
        </p:spPr>
        <p:txBody>
          <a:bodyPr/>
          <a:p>
            <a:endParaRPr lang="zh-CN" altLang="en-US"/>
          </a:p>
        </p:txBody>
      </p:sp>
    </p:spTree>
    <p:custDataLst>
      <p:tags r:id="rId8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374265" y="706755"/>
            <a:ext cx="9576435" cy="582612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6" name="直接连接符 5"/>
          <p:cNvCxnSpPr/>
          <p:nvPr/>
        </p:nvCxnSpPr>
        <p:spPr>
          <a:xfrm flipH="1">
            <a:off x="3957320" y="873760"/>
            <a:ext cx="10160" cy="56489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2374265" y="883920"/>
            <a:ext cx="957643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2374265" y="6292850"/>
            <a:ext cx="1168400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900"/>
              <a:t>⚪</a:t>
            </a:r>
            <a:r>
              <a:rPr lang="en-US" altLang="zh-CN" sz="900"/>
              <a:t> user</a:t>
            </a:r>
            <a:r>
              <a:rPr lang="en-US" altLang="zh-CN" sz="900"/>
              <a:t>name</a:t>
            </a:r>
            <a:endParaRPr lang="en-US" altLang="zh-CN" sz="900"/>
          </a:p>
        </p:txBody>
      </p:sp>
      <p:sp>
        <p:nvSpPr>
          <p:cNvPr id="10" name="文本框 9"/>
          <p:cNvSpPr txBox="1"/>
          <p:nvPr/>
        </p:nvSpPr>
        <p:spPr>
          <a:xfrm>
            <a:off x="2374265" y="706755"/>
            <a:ext cx="2271395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900"/>
              <a:t>logo  </a:t>
            </a:r>
            <a:r>
              <a:rPr lang="zh-CN" altLang="en-US" sz="900"/>
              <a:t>文件</a:t>
            </a:r>
            <a:r>
              <a:rPr lang="en-US" altLang="zh-CN" sz="900"/>
              <a:t>   </a:t>
            </a:r>
            <a:r>
              <a:rPr lang="zh-CN" altLang="en-US" sz="900"/>
              <a:t>编辑</a:t>
            </a:r>
            <a:r>
              <a:rPr lang="en-US" altLang="zh-CN" sz="900"/>
              <a:t>   </a:t>
            </a:r>
            <a:r>
              <a:rPr lang="zh-CN" altLang="en-US" sz="900"/>
              <a:t>视图</a:t>
            </a:r>
            <a:r>
              <a:rPr lang="en-US" altLang="zh-CN" sz="900"/>
              <a:t>    </a:t>
            </a:r>
            <a:r>
              <a:rPr lang="zh-CN" altLang="en-US" sz="900"/>
              <a:t>帮助与说明</a:t>
            </a:r>
            <a:endParaRPr lang="en-US" altLang="zh-CN" sz="900"/>
          </a:p>
        </p:txBody>
      </p:sp>
      <p:sp>
        <p:nvSpPr>
          <p:cNvPr id="11" name="文本框 10"/>
          <p:cNvSpPr txBox="1"/>
          <p:nvPr/>
        </p:nvSpPr>
        <p:spPr>
          <a:xfrm>
            <a:off x="11181080" y="696595"/>
            <a:ext cx="769620" cy="1771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900">
                <a:sym typeface="+mn-ea"/>
              </a:rPr>
              <a:t>-      =      x</a:t>
            </a:r>
            <a:endParaRPr lang="en-US" altLang="zh-CN" sz="900">
              <a:sym typeface="+mn-ea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2374265" y="947420"/>
            <a:ext cx="1168400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900"/>
              <a:t>新</a:t>
            </a:r>
            <a:r>
              <a:rPr lang="zh-CN" altLang="en-US" sz="900"/>
              <a:t>对话</a:t>
            </a:r>
            <a:endParaRPr lang="zh-CN" altLang="en-US" sz="900"/>
          </a:p>
        </p:txBody>
      </p:sp>
      <p:sp>
        <p:nvSpPr>
          <p:cNvPr id="37" name="文本框 36"/>
          <p:cNvSpPr txBox="1"/>
          <p:nvPr/>
        </p:nvSpPr>
        <p:spPr>
          <a:xfrm>
            <a:off x="2374265" y="1177290"/>
            <a:ext cx="1168400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900"/>
              <a:t>数据库</a:t>
            </a:r>
            <a:endParaRPr lang="zh-CN" altLang="en-US" sz="900"/>
          </a:p>
        </p:txBody>
      </p:sp>
      <p:sp>
        <p:nvSpPr>
          <p:cNvPr id="59" name="文本框 58"/>
          <p:cNvSpPr txBox="1"/>
          <p:nvPr/>
        </p:nvSpPr>
        <p:spPr>
          <a:xfrm>
            <a:off x="2374265" y="1407160"/>
            <a:ext cx="1168400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900"/>
              <a:t>工作站</a:t>
            </a:r>
            <a:endParaRPr lang="zh-CN" altLang="en-US" sz="900"/>
          </a:p>
        </p:txBody>
      </p:sp>
      <p:sp>
        <p:nvSpPr>
          <p:cNvPr id="44" name="文本框 43"/>
          <p:cNvSpPr txBox="1"/>
          <p:nvPr/>
        </p:nvSpPr>
        <p:spPr>
          <a:xfrm>
            <a:off x="2374265" y="1725295"/>
            <a:ext cx="1168400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900"/>
              <a:t>置顶</a:t>
            </a:r>
            <a:r>
              <a:rPr lang="en-US" altLang="zh-CN" sz="900"/>
              <a:t>&gt;</a:t>
            </a:r>
            <a:endParaRPr lang="en-US" altLang="zh-CN" sz="900"/>
          </a:p>
        </p:txBody>
      </p:sp>
      <p:sp>
        <p:nvSpPr>
          <p:cNvPr id="45" name="文本框 44"/>
          <p:cNvSpPr txBox="1"/>
          <p:nvPr/>
        </p:nvSpPr>
        <p:spPr>
          <a:xfrm>
            <a:off x="2374265" y="1955165"/>
            <a:ext cx="1433195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900">
                <a:sym typeface="+mn-ea"/>
              </a:rPr>
              <a:t>sciencescope_test_p…</a:t>
            </a:r>
            <a:endParaRPr lang="en-US" altLang="zh-CN" sz="900">
              <a:sym typeface="+mn-ea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2374265" y="2684780"/>
            <a:ext cx="1168400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900"/>
              <a:t>全部项目与聊天</a:t>
            </a:r>
            <a:r>
              <a:rPr lang="en-US" altLang="zh-CN" sz="900"/>
              <a:t>&gt;</a:t>
            </a:r>
            <a:endParaRPr lang="en-US" altLang="zh-CN" sz="900"/>
          </a:p>
        </p:txBody>
      </p:sp>
      <p:sp>
        <p:nvSpPr>
          <p:cNvPr id="53" name="文本框 52"/>
          <p:cNvSpPr txBox="1"/>
          <p:nvPr/>
        </p:nvSpPr>
        <p:spPr>
          <a:xfrm>
            <a:off x="2473325" y="2185035"/>
            <a:ext cx="1433195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900">
                <a:sym typeface="+mn-ea"/>
              </a:rPr>
              <a:t>⚪</a:t>
            </a:r>
            <a:r>
              <a:rPr lang="en-US" altLang="zh-CN" sz="900">
                <a:sym typeface="+mn-ea"/>
              </a:rPr>
              <a:t> test</a:t>
            </a:r>
            <a:r>
              <a:rPr lang="zh-CN" altLang="en-US" sz="900">
                <a:sym typeface="+mn-ea"/>
              </a:rPr>
              <a:t>①</a:t>
            </a:r>
            <a:endParaRPr lang="zh-CN" altLang="en-US" sz="900">
              <a:sym typeface="+mn-ea"/>
            </a:endParaRPr>
          </a:p>
        </p:txBody>
      </p:sp>
      <p:sp>
        <p:nvSpPr>
          <p:cNvPr id="58" name="文本框 57"/>
          <p:cNvSpPr txBox="1"/>
          <p:nvPr/>
        </p:nvSpPr>
        <p:spPr>
          <a:xfrm>
            <a:off x="3692525" y="2139950"/>
            <a:ext cx="274955" cy="2146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r"/>
            <a:r>
              <a:rPr lang="en-US" altLang="zh-CN" sz="900">
                <a:sym typeface="+mn-ea"/>
              </a:rPr>
              <a:t>…</a:t>
            </a:r>
            <a:endParaRPr lang="en-US" altLang="zh-CN" sz="900">
              <a:sym typeface="+mn-ea"/>
            </a:endParaRPr>
          </a:p>
        </p:txBody>
      </p:sp>
      <p:sp>
        <p:nvSpPr>
          <p:cNvPr id="60" name="文本框 59"/>
          <p:cNvSpPr txBox="1"/>
          <p:nvPr/>
        </p:nvSpPr>
        <p:spPr>
          <a:xfrm>
            <a:off x="2473325" y="2414905"/>
            <a:ext cx="1433195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900">
                <a:sym typeface="+mn-ea"/>
              </a:rPr>
              <a:t>⚪</a:t>
            </a:r>
            <a:r>
              <a:rPr lang="en-US" altLang="zh-CN" sz="900">
                <a:sym typeface="+mn-ea"/>
              </a:rPr>
              <a:t> test</a:t>
            </a:r>
            <a:r>
              <a:rPr lang="zh-CN" altLang="en-US" sz="900">
                <a:sym typeface="+mn-ea"/>
              </a:rPr>
              <a:t>①</a:t>
            </a:r>
            <a:endParaRPr lang="zh-CN" altLang="en-US" sz="900">
              <a:sym typeface="+mn-ea"/>
            </a:endParaRPr>
          </a:p>
        </p:txBody>
      </p:sp>
      <p:sp>
        <p:nvSpPr>
          <p:cNvPr id="61" name="文本框 60"/>
          <p:cNvSpPr txBox="1"/>
          <p:nvPr/>
        </p:nvSpPr>
        <p:spPr>
          <a:xfrm>
            <a:off x="3692525" y="2400300"/>
            <a:ext cx="274955" cy="2146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r"/>
            <a:r>
              <a:rPr lang="en-US" altLang="zh-CN" sz="900">
                <a:sym typeface="+mn-ea"/>
              </a:rPr>
              <a:t>…</a:t>
            </a:r>
            <a:endParaRPr lang="en-US" altLang="zh-CN" sz="900">
              <a:sym typeface="+mn-ea"/>
            </a:endParaRPr>
          </a:p>
        </p:txBody>
      </p:sp>
      <p:sp>
        <p:nvSpPr>
          <p:cNvPr id="69" name="文本框 68"/>
          <p:cNvSpPr txBox="1"/>
          <p:nvPr/>
        </p:nvSpPr>
        <p:spPr>
          <a:xfrm>
            <a:off x="2374265" y="2914650"/>
            <a:ext cx="1433195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900">
                <a:sym typeface="+mn-ea"/>
              </a:rPr>
              <a:t>sciencescope_test_p…</a:t>
            </a:r>
            <a:endParaRPr lang="en-US" altLang="zh-CN" sz="900">
              <a:sym typeface="+mn-ea"/>
            </a:endParaRPr>
          </a:p>
        </p:txBody>
      </p:sp>
      <p:sp>
        <p:nvSpPr>
          <p:cNvPr id="70" name="文本框 69"/>
          <p:cNvSpPr txBox="1"/>
          <p:nvPr/>
        </p:nvSpPr>
        <p:spPr>
          <a:xfrm>
            <a:off x="2374265" y="3144520"/>
            <a:ext cx="1433195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900">
                <a:sym typeface="+mn-ea"/>
              </a:rPr>
              <a:t>⚪</a:t>
            </a:r>
            <a:r>
              <a:rPr lang="en-US" altLang="zh-CN" sz="900">
                <a:sym typeface="+mn-ea"/>
              </a:rPr>
              <a:t> chat</a:t>
            </a:r>
            <a:r>
              <a:rPr lang="zh-CN" altLang="en-US" sz="900">
                <a:sym typeface="+mn-ea"/>
              </a:rPr>
              <a:t>①</a:t>
            </a:r>
            <a:endParaRPr lang="zh-CN" altLang="en-US" sz="900">
              <a:sym typeface="+mn-ea"/>
            </a:endParaRPr>
          </a:p>
        </p:txBody>
      </p:sp>
      <p:sp>
        <p:nvSpPr>
          <p:cNvPr id="71" name="文本框 70"/>
          <p:cNvSpPr txBox="1"/>
          <p:nvPr/>
        </p:nvSpPr>
        <p:spPr>
          <a:xfrm>
            <a:off x="2374265" y="3382645"/>
            <a:ext cx="1433195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900">
                <a:sym typeface="+mn-ea"/>
              </a:rPr>
              <a:t>⚪</a:t>
            </a:r>
            <a:r>
              <a:rPr lang="en-US" altLang="zh-CN" sz="900">
                <a:sym typeface="+mn-ea"/>
              </a:rPr>
              <a:t> chat</a:t>
            </a:r>
            <a:r>
              <a:rPr lang="zh-CN" altLang="en-US" sz="900">
                <a:sym typeface="+mn-ea"/>
              </a:rPr>
              <a:t>②</a:t>
            </a:r>
            <a:endParaRPr lang="zh-CN" altLang="en-US" sz="900">
              <a:sym typeface="+mn-ea"/>
            </a:endParaRPr>
          </a:p>
        </p:txBody>
      </p:sp>
      <p:sp>
        <p:nvSpPr>
          <p:cNvPr id="72" name="文本框 71"/>
          <p:cNvSpPr txBox="1"/>
          <p:nvPr/>
        </p:nvSpPr>
        <p:spPr>
          <a:xfrm>
            <a:off x="3501390" y="2920365"/>
            <a:ext cx="466090" cy="2139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r"/>
            <a:r>
              <a:rPr lang="en-US" altLang="zh-CN" sz="900">
                <a:sym typeface="+mn-ea"/>
              </a:rPr>
              <a:t>↓ </a:t>
            </a:r>
            <a:r>
              <a:rPr lang="en-US" altLang="zh-CN" sz="900">
                <a:sym typeface="+mn-ea"/>
              </a:rPr>
              <a:t>…</a:t>
            </a:r>
            <a:endParaRPr lang="en-US" altLang="zh-CN" sz="900">
              <a:sym typeface="+mn-ea"/>
            </a:endParaRPr>
          </a:p>
        </p:txBody>
      </p:sp>
      <p:sp>
        <p:nvSpPr>
          <p:cNvPr id="73" name="文本框 72"/>
          <p:cNvSpPr txBox="1"/>
          <p:nvPr/>
        </p:nvSpPr>
        <p:spPr>
          <a:xfrm>
            <a:off x="3692525" y="3150235"/>
            <a:ext cx="274955" cy="2146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r"/>
            <a:r>
              <a:rPr lang="en-US" altLang="zh-CN" sz="900">
                <a:sym typeface="+mn-ea"/>
              </a:rPr>
              <a:t>…</a:t>
            </a:r>
            <a:endParaRPr lang="en-US" altLang="zh-CN" sz="900">
              <a:sym typeface="+mn-ea"/>
            </a:endParaRPr>
          </a:p>
        </p:txBody>
      </p:sp>
      <p:sp>
        <p:nvSpPr>
          <p:cNvPr id="74" name="文本框 73"/>
          <p:cNvSpPr txBox="1"/>
          <p:nvPr/>
        </p:nvSpPr>
        <p:spPr>
          <a:xfrm>
            <a:off x="3692525" y="3364865"/>
            <a:ext cx="274955" cy="2146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r"/>
            <a:r>
              <a:rPr lang="en-US" altLang="zh-CN" sz="900">
                <a:sym typeface="+mn-ea"/>
              </a:rPr>
              <a:t>…</a:t>
            </a:r>
            <a:endParaRPr lang="en-US" altLang="zh-CN" sz="900">
              <a:sym typeface="+mn-ea"/>
            </a:endParaRPr>
          </a:p>
        </p:txBody>
      </p:sp>
      <p:sp>
        <p:nvSpPr>
          <p:cNvPr id="77" name="文本框 76"/>
          <p:cNvSpPr txBox="1"/>
          <p:nvPr/>
        </p:nvSpPr>
        <p:spPr>
          <a:xfrm>
            <a:off x="2374265" y="3612515"/>
            <a:ext cx="1433195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900">
                <a:sym typeface="+mn-ea"/>
              </a:rPr>
              <a:t>⚪</a:t>
            </a:r>
            <a:r>
              <a:rPr lang="en-US" altLang="zh-CN" sz="900">
                <a:sym typeface="+mn-ea"/>
              </a:rPr>
              <a:t> chat</a:t>
            </a:r>
            <a:endParaRPr lang="zh-CN" altLang="en-US" sz="900">
              <a:sym typeface="+mn-ea"/>
            </a:endParaRPr>
          </a:p>
        </p:txBody>
      </p:sp>
      <p:sp>
        <p:nvSpPr>
          <p:cNvPr id="78" name="文本框 77"/>
          <p:cNvSpPr txBox="1"/>
          <p:nvPr/>
        </p:nvSpPr>
        <p:spPr>
          <a:xfrm>
            <a:off x="2374265" y="3842385"/>
            <a:ext cx="1433195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900">
                <a:sym typeface="+mn-ea"/>
              </a:rPr>
              <a:t>⚪</a:t>
            </a:r>
            <a:r>
              <a:rPr lang="en-US" altLang="zh-CN" sz="900">
                <a:sym typeface="+mn-ea"/>
              </a:rPr>
              <a:t> chat</a:t>
            </a:r>
            <a:endParaRPr lang="zh-CN" altLang="en-US" sz="900">
              <a:sym typeface="+mn-ea"/>
            </a:endParaRPr>
          </a:p>
        </p:txBody>
      </p:sp>
      <p:sp>
        <p:nvSpPr>
          <p:cNvPr id="79" name="文本框 78"/>
          <p:cNvSpPr txBox="1"/>
          <p:nvPr/>
        </p:nvSpPr>
        <p:spPr>
          <a:xfrm>
            <a:off x="2374265" y="4072255"/>
            <a:ext cx="1433195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900">
                <a:sym typeface="+mn-ea"/>
              </a:rPr>
              <a:t>sci_proj</a:t>
            </a:r>
            <a:endParaRPr lang="en-US" altLang="zh-CN" sz="900">
              <a:sym typeface="+mn-ea"/>
            </a:endParaRPr>
          </a:p>
        </p:txBody>
      </p:sp>
      <p:sp>
        <p:nvSpPr>
          <p:cNvPr id="80" name="文本框 79"/>
          <p:cNvSpPr txBox="1"/>
          <p:nvPr/>
        </p:nvSpPr>
        <p:spPr>
          <a:xfrm>
            <a:off x="2374265" y="4302125"/>
            <a:ext cx="1433195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900">
                <a:sym typeface="+mn-ea"/>
              </a:rPr>
              <a:t>⚪</a:t>
            </a:r>
            <a:r>
              <a:rPr lang="en-US" altLang="zh-CN" sz="900">
                <a:sym typeface="+mn-ea"/>
              </a:rPr>
              <a:t> chat</a:t>
            </a:r>
            <a:endParaRPr lang="zh-CN" altLang="en-US" sz="900">
              <a:sym typeface="+mn-ea"/>
            </a:endParaRPr>
          </a:p>
        </p:txBody>
      </p:sp>
      <p:sp>
        <p:nvSpPr>
          <p:cNvPr id="81" name="文本框 80"/>
          <p:cNvSpPr txBox="1"/>
          <p:nvPr/>
        </p:nvSpPr>
        <p:spPr>
          <a:xfrm>
            <a:off x="2374265" y="4531995"/>
            <a:ext cx="1433195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900">
                <a:sym typeface="+mn-ea"/>
              </a:rPr>
              <a:t>⚪</a:t>
            </a:r>
            <a:r>
              <a:rPr lang="en-US" altLang="zh-CN" sz="900">
                <a:sym typeface="+mn-ea"/>
              </a:rPr>
              <a:t> chat</a:t>
            </a:r>
            <a:endParaRPr lang="zh-CN" altLang="en-US" sz="900">
              <a:sym typeface="+mn-ea"/>
            </a:endParaRPr>
          </a:p>
        </p:txBody>
      </p:sp>
      <p:sp>
        <p:nvSpPr>
          <p:cNvPr id="82" name="文本框 81"/>
          <p:cNvSpPr txBox="1"/>
          <p:nvPr/>
        </p:nvSpPr>
        <p:spPr>
          <a:xfrm>
            <a:off x="2374265" y="4761865"/>
            <a:ext cx="1433195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900">
                <a:sym typeface="+mn-ea"/>
              </a:rPr>
              <a:t>⚪</a:t>
            </a:r>
            <a:r>
              <a:rPr lang="en-US" altLang="zh-CN" sz="900">
                <a:sym typeface="+mn-ea"/>
              </a:rPr>
              <a:t> chat</a:t>
            </a:r>
            <a:endParaRPr lang="zh-CN" altLang="en-US" sz="900">
              <a:sym typeface="+mn-ea"/>
            </a:endParaRPr>
          </a:p>
        </p:txBody>
      </p:sp>
      <p:sp>
        <p:nvSpPr>
          <p:cNvPr id="83" name="文本框 82"/>
          <p:cNvSpPr txBox="1"/>
          <p:nvPr/>
        </p:nvSpPr>
        <p:spPr>
          <a:xfrm>
            <a:off x="2374265" y="4991735"/>
            <a:ext cx="1433195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900">
                <a:sym typeface="+mn-ea"/>
              </a:rPr>
              <a:t>⚪</a:t>
            </a:r>
            <a:r>
              <a:rPr lang="en-US" altLang="zh-CN" sz="900">
                <a:sym typeface="+mn-ea"/>
              </a:rPr>
              <a:t> cha</a:t>
            </a:r>
            <a:r>
              <a:rPr lang="en-US" altLang="zh-CN" sz="900">
                <a:sym typeface="+mn-ea"/>
              </a:rPr>
              <a:t>t</a:t>
            </a:r>
            <a:endParaRPr lang="en-US" altLang="zh-CN" sz="900">
              <a:sym typeface="+mn-ea"/>
            </a:endParaRPr>
          </a:p>
        </p:txBody>
      </p:sp>
      <p:sp>
        <p:nvSpPr>
          <p:cNvPr id="84" name="文本框 83"/>
          <p:cNvSpPr txBox="1"/>
          <p:nvPr/>
        </p:nvSpPr>
        <p:spPr>
          <a:xfrm>
            <a:off x="2374265" y="5250180"/>
            <a:ext cx="1433195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900">
                <a:sym typeface="+mn-ea"/>
              </a:rPr>
              <a:t>⚪</a:t>
            </a:r>
            <a:r>
              <a:rPr lang="en-US" altLang="zh-CN" sz="900">
                <a:sym typeface="+mn-ea"/>
              </a:rPr>
              <a:t> chat</a:t>
            </a:r>
            <a:endParaRPr lang="zh-CN" altLang="en-US" sz="900">
              <a:sym typeface="+mn-ea"/>
            </a:endParaRPr>
          </a:p>
        </p:txBody>
      </p:sp>
      <p:sp>
        <p:nvSpPr>
          <p:cNvPr id="85" name="文本框 84"/>
          <p:cNvSpPr txBox="1"/>
          <p:nvPr/>
        </p:nvSpPr>
        <p:spPr>
          <a:xfrm>
            <a:off x="2374265" y="5480050"/>
            <a:ext cx="1433195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900">
                <a:sym typeface="+mn-ea"/>
              </a:rPr>
              <a:t>⚪</a:t>
            </a:r>
            <a:r>
              <a:rPr lang="en-US" altLang="zh-CN" sz="900">
                <a:sym typeface="+mn-ea"/>
              </a:rPr>
              <a:t> chat</a:t>
            </a:r>
            <a:endParaRPr lang="zh-CN" altLang="en-US" sz="900">
              <a:sym typeface="+mn-ea"/>
            </a:endParaRPr>
          </a:p>
        </p:txBody>
      </p:sp>
      <p:sp>
        <p:nvSpPr>
          <p:cNvPr id="86" name="文本框 85"/>
          <p:cNvSpPr txBox="1"/>
          <p:nvPr/>
        </p:nvSpPr>
        <p:spPr>
          <a:xfrm>
            <a:off x="2374265" y="5709920"/>
            <a:ext cx="1433195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900">
                <a:sym typeface="+mn-ea"/>
              </a:rPr>
              <a:t>浏览更多</a:t>
            </a:r>
            <a:r>
              <a:rPr lang="en-US" altLang="zh-CN" sz="900">
                <a:sym typeface="+mn-ea"/>
              </a:rPr>
              <a:t>…</a:t>
            </a:r>
            <a:endParaRPr lang="zh-CN" altLang="en-US" sz="900">
              <a:sym typeface="+mn-ea"/>
            </a:endParaRPr>
          </a:p>
        </p:txBody>
      </p:sp>
      <p:sp>
        <p:nvSpPr>
          <p:cNvPr id="87" name="文本框 86"/>
          <p:cNvSpPr txBox="1"/>
          <p:nvPr/>
        </p:nvSpPr>
        <p:spPr>
          <a:xfrm>
            <a:off x="3692525" y="3594735"/>
            <a:ext cx="274955" cy="2146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r"/>
            <a:r>
              <a:rPr lang="en-US" altLang="zh-CN" sz="900">
                <a:sym typeface="+mn-ea"/>
              </a:rPr>
              <a:t>…</a:t>
            </a:r>
            <a:endParaRPr lang="en-US" altLang="zh-CN" sz="900">
              <a:sym typeface="+mn-ea"/>
            </a:endParaRPr>
          </a:p>
        </p:txBody>
      </p:sp>
      <p:sp>
        <p:nvSpPr>
          <p:cNvPr id="88" name="文本框 87"/>
          <p:cNvSpPr txBox="1"/>
          <p:nvPr/>
        </p:nvSpPr>
        <p:spPr>
          <a:xfrm>
            <a:off x="3692525" y="3832860"/>
            <a:ext cx="274955" cy="2146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r"/>
            <a:r>
              <a:rPr lang="en-US" altLang="zh-CN" sz="900">
                <a:sym typeface="+mn-ea"/>
              </a:rPr>
              <a:t>…</a:t>
            </a:r>
            <a:endParaRPr lang="en-US" altLang="zh-CN" sz="900">
              <a:sym typeface="+mn-ea"/>
            </a:endParaRPr>
          </a:p>
        </p:txBody>
      </p:sp>
      <p:sp>
        <p:nvSpPr>
          <p:cNvPr id="89" name="文本框 88"/>
          <p:cNvSpPr txBox="1"/>
          <p:nvPr/>
        </p:nvSpPr>
        <p:spPr>
          <a:xfrm>
            <a:off x="3489960" y="4101465"/>
            <a:ext cx="477520" cy="2063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r"/>
            <a:r>
              <a:rPr lang="en-US" altLang="zh-CN" sz="900">
                <a:sym typeface="+mn-ea"/>
              </a:rPr>
              <a:t>↓ </a:t>
            </a:r>
            <a:r>
              <a:rPr lang="en-US" altLang="zh-CN" sz="900">
                <a:sym typeface="+mn-ea"/>
              </a:rPr>
              <a:t>…</a:t>
            </a:r>
            <a:endParaRPr lang="en-US" altLang="zh-CN" sz="900">
              <a:sym typeface="+mn-ea"/>
            </a:endParaRPr>
          </a:p>
        </p:txBody>
      </p:sp>
      <p:sp>
        <p:nvSpPr>
          <p:cNvPr id="90" name="文本框 89"/>
          <p:cNvSpPr txBox="1"/>
          <p:nvPr/>
        </p:nvSpPr>
        <p:spPr>
          <a:xfrm>
            <a:off x="3692525" y="4269105"/>
            <a:ext cx="274955" cy="2146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r"/>
            <a:r>
              <a:rPr lang="en-US" altLang="zh-CN" sz="900">
                <a:sym typeface="+mn-ea"/>
              </a:rPr>
              <a:t>…</a:t>
            </a:r>
            <a:endParaRPr lang="en-US" altLang="zh-CN" sz="900">
              <a:sym typeface="+mn-ea"/>
            </a:endParaRPr>
          </a:p>
        </p:txBody>
      </p:sp>
      <p:sp>
        <p:nvSpPr>
          <p:cNvPr id="91" name="文本框 90"/>
          <p:cNvSpPr txBox="1"/>
          <p:nvPr/>
        </p:nvSpPr>
        <p:spPr>
          <a:xfrm>
            <a:off x="3692525" y="4507230"/>
            <a:ext cx="274955" cy="2146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r"/>
            <a:r>
              <a:rPr lang="en-US" altLang="zh-CN" sz="900">
                <a:sym typeface="+mn-ea"/>
              </a:rPr>
              <a:t>…</a:t>
            </a:r>
            <a:endParaRPr lang="en-US" altLang="zh-CN" sz="900">
              <a:sym typeface="+mn-ea"/>
            </a:endParaRPr>
          </a:p>
        </p:txBody>
      </p:sp>
      <p:sp>
        <p:nvSpPr>
          <p:cNvPr id="92" name="文本框 91"/>
          <p:cNvSpPr txBox="1"/>
          <p:nvPr/>
        </p:nvSpPr>
        <p:spPr>
          <a:xfrm>
            <a:off x="3692525" y="4737100"/>
            <a:ext cx="274955" cy="2146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r"/>
            <a:r>
              <a:rPr lang="en-US" altLang="zh-CN" sz="900">
                <a:sym typeface="+mn-ea"/>
              </a:rPr>
              <a:t>…</a:t>
            </a:r>
            <a:endParaRPr lang="en-US" altLang="zh-CN" sz="900">
              <a:sym typeface="+mn-ea"/>
            </a:endParaRPr>
          </a:p>
        </p:txBody>
      </p:sp>
      <p:sp>
        <p:nvSpPr>
          <p:cNvPr id="93" name="文本框 92"/>
          <p:cNvSpPr txBox="1"/>
          <p:nvPr/>
        </p:nvSpPr>
        <p:spPr>
          <a:xfrm>
            <a:off x="3692525" y="4958715"/>
            <a:ext cx="274955" cy="2146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r"/>
            <a:r>
              <a:rPr lang="en-US" altLang="zh-CN" sz="900">
                <a:sym typeface="+mn-ea"/>
              </a:rPr>
              <a:t>…</a:t>
            </a:r>
            <a:endParaRPr lang="en-US" altLang="zh-CN" sz="900">
              <a:sym typeface="+mn-ea"/>
            </a:endParaRPr>
          </a:p>
        </p:txBody>
      </p:sp>
      <p:sp>
        <p:nvSpPr>
          <p:cNvPr id="94" name="文本框 93"/>
          <p:cNvSpPr txBox="1"/>
          <p:nvPr/>
        </p:nvSpPr>
        <p:spPr>
          <a:xfrm>
            <a:off x="3692525" y="5196840"/>
            <a:ext cx="274955" cy="2146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r"/>
            <a:r>
              <a:rPr lang="en-US" altLang="zh-CN" sz="900">
                <a:sym typeface="+mn-ea"/>
              </a:rPr>
              <a:t>…</a:t>
            </a:r>
            <a:endParaRPr lang="en-US" altLang="zh-CN" sz="900">
              <a:sym typeface="+mn-ea"/>
            </a:endParaRPr>
          </a:p>
        </p:txBody>
      </p:sp>
      <p:sp>
        <p:nvSpPr>
          <p:cNvPr id="95" name="文本框 94"/>
          <p:cNvSpPr txBox="1"/>
          <p:nvPr/>
        </p:nvSpPr>
        <p:spPr>
          <a:xfrm>
            <a:off x="3692525" y="5426710"/>
            <a:ext cx="274955" cy="2146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r"/>
            <a:r>
              <a:rPr lang="en-US" altLang="zh-CN" sz="900">
                <a:sym typeface="+mn-ea"/>
              </a:rPr>
              <a:t>…</a:t>
            </a:r>
            <a:endParaRPr lang="en-US" altLang="zh-CN" sz="900">
              <a:sym typeface="+mn-ea"/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3501390" y="1955165"/>
            <a:ext cx="466090" cy="2139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r"/>
            <a:r>
              <a:rPr lang="en-US" altLang="zh-CN" sz="900">
                <a:sym typeface="+mn-ea"/>
              </a:rPr>
              <a:t>↓ </a:t>
            </a:r>
            <a:r>
              <a:rPr lang="en-US" altLang="zh-CN" sz="900">
                <a:sym typeface="+mn-ea"/>
              </a:rPr>
              <a:t>…</a:t>
            </a:r>
            <a:endParaRPr lang="en-US" altLang="zh-CN" sz="900">
              <a:sym typeface="+mn-ea"/>
            </a:endParaRPr>
          </a:p>
        </p:txBody>
      </p:sp>
      <p:sp>
        <p:nvSpPr>
          <p:cNvPr id="96" name="矩形 95"/>
          <p:cNvSpPr/>
          <p:nvPr/>
        </p:nvSpPr>
        <p:spPr>
          <a:xfrm>
            <a:off x="2411730" y="1983105"/>
            <a:ext cx="1525270" cy="171450"/>
          </a:xfrm>
          <a:prstGeom prst="rect">
            <a:avLst/>
          </a:prstGeom>
          <a:noFill/>
          <a:ln>
            <a:solidFill>
              <a:schemeClr val="bg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12" name="组合 11"/>
          <p:cNvGrpSpPr/>
          <p:nvPr/>
        </p:nvGrpSpPr>
        <p:grpSpPr>
          <a:xfrm>
            <a:off x="4350385" y="5622925"/>
            <a:ext cx="4156710" cy="762000"/>
            <a:chOff x="6851" y="8855"/>
            <a:chExt cx="9044" cy="1200"/>
          </a:xfrm>
        </p:grpSpPr>
        <p:sp>
          <p:nvSpPr>
            <p:cNvPr id="15" name="矩形 14"/>
            <p:cNvSpPr/>
            <p:nvPr/>
          </p:nvSpPr>
          <p:spPr>
            <a:xfrm>
              <a:off x="6851" y="8884"/>
              <a:ext cx="9043" cy="117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6851" y="9664"/>
              <a:ext cx="2702" cy="3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900"/>
                <a:t>+    ( ! )</a:t>
              </a:r>
              <a:r>
                <a:rPr lang="zh-CN" altLang="en-US" sz="900"/>
                <a:t>自动化</a:t>
              </a:r>
              <a:endParaRPr lang="zh-CN" altLang="en-US" sz="900"/>
            </a:p>
          </p:txBody>
        </p:sp>
        <p:cxnSp>
          <p:nvCxnSpPr>
            <p:cNvPr id="18" name="直接连接符 17"/>
            <p:cNvCxnSpPr/>
            <p:nvPr/>
          </p:nvCxnSpPr>
          <p:spPr>
            <a:xfrm>
              <a:off x="6851" y="9665"/>
              <a:ext cx="9044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9" name="文本框 18"/>
            <p:cNvSpPr txBox="1"/>
            <p:nvPr/>
          </p:nvSpPr>
          <p:spPr>
            <a:xfrm>
              <a:off x="6851" y="8855"/>
              <a:ext cx="3227" cy="3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900"/>
                <a:t>输入并发送</a:t>
              </a:r>
              <a:r>
                <a:rPr lang="zh-CN" altLang="en-US" sz="900"/>
                <a:t>以开始</a:t>
              </a:r>
              <a:endParaRPr lang="zh-CN" altLang="en-US" sz="900"/>
            </a:p>
          </p:txBody>
        </p:sp>
      </p:grpSp>
      <p:cxnSp>
        <p:nvCxnSpPr>
          <p:cNvPr id="13" name="直接连接符 12"/>
          <p:cNvCxnSpPr/>
          <p:nvPr/>
        </p:nvCxnSpPr>
        <p:spPr>
          <a:xfrm flipH="1">
            <a:off x="8869045" y="883920"/>
            <a:ext cx="10160" cy="56489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134" name="组合 133"/>
          <p:cNvGrpSpPr/>
          <p:nvPr/>
        </p:nvGrpSpPr>
        <p:grpSpPr>
          <a:xfrm>
            <a:off x="8366760" y="942340"/>
            <a:ext cx="173990" cy="173990"/>
            <a:chOff x="17994" y="1484"/>
            <a:chExt cx="274" cy="274"/>
          </a:xfrm>
        </p:grpSpPr>
        <p:sp>
          <p:nvSpPr>
            <p:cNvPr id="123" name="任意多边形 122"/>
            <p:cNvSpPr/>
            <p:nvPr/>
          </p:nvSpPr>
          <p:spPr>
            <a:xfrm>
              <a:off x="17994" y="1484"/>
              <a:ext cx="274" cy="274"/>
            </a:xfrm>
            <a:custGeom>
              <a:avLst/>
              <a:gdLst>
                <a:gd name="connisteX0" fmla="*/ 0 w 173870"/>
                <a:gd name="connsiteY0" fmla="*/ 13374 h 173870"/>
                <a:gd name="connisteX1" fmla="*/ 13374 w 173870"/>
                <a:gd name="connsiteY1" fmla="*/ 0 h 173870"/>
                <a:gd name="connisteX2" fmla="*/ 160496 w 173870"/>
                <a:gd name="connsiteY2" fmla="*/ 0 h 173870"/>
                <a:gd name="connisteX3" fmla="*/ 173870 w 173870"/>
                <a:gd name="connsiteY3" fmla="*/ 13374 h 173870"/>
                <a:gd name="connisteX4" fmla="*/ 173870 w 173870"/>
                <a:gd name="connsiteY4" fmla="*/ 160496 h 173870"/>
                <a:gd name="connisteX5" fmla="*/ 160496 w 173870"/>
                <a:gd name="connsiteY5" fmla="*/ 173870 h 173870"/>
                <a:gd name="connisteX6" fmla="*/ 13374 w 173870"/>
                <a:gd name="connsiteY6" fmla="*/ 173870 h 173870"/>
                <a:gd name="connisteX7" fmla="*/ 0 w 173870"/>
                <a:gd name="connsiteY7" fmla="*/ 160496 h 173870"/>
                <a:gd name="connisteX8" fmla="*/ 0 w 173870"/>
                <a:gd name="connsiteY8" fmla="*/ 13374 h 17387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</a:cxnLst>
              <a:rect l="l" t="t" r="r" b="b"/>
              <a:pathLst>
                <a:path w="173871" h="173871">
                  <a:moveTo>
                    <a:pt x="0" y="13375"/>
                  </a:moveTo>
                  <a:cubicBezTo>
                    <a:pt x="0" y="5988"/>
                    <a:pt x="5988" y="0"/>
                    <a:pt x="13375" y="0"/>
                  </a:cubicBezTo>
                  <a:lnTo>
                    <a:pt x="160496" y="0"/>
                  </a:lnTo>
                  <a:cubicBezTo>
                    <a:pt x="167883" y="0"/>
                    <a:pt x="173871" y="5988"/>
                    <a:pt x="173871" y="13375"/>
                  </a:cubicBezTo>
                  <a:lnTo>
                    <a:pt x="173871" y="160496"/>
                  </a:lnTo>
                  <a:cubicBezTo>
                    <a:pt x="173871" y="167883"/>
                    <a:pt x="167883" y="173871"/>
                    <a:pt x="160496" y="173871"/>
                  </a:cubicBezTo>
                  <a:lnTo>
                    <a:pt x="13375" y="173871"/>
                  </a:lnTo>
                  <a:cubicBezTo>
                    <a:pt x="5988" y="173871"/>
                    <a:pt x="0" y="167883"/>
                    <a:pt x="0" y="160496"/>
                  </a:cubicBezTo>
                  <a:lnTo>
                    <a:pt x="0" y="13375"/>
                  </a:lnTo>
                  <a:close/>
                </a:path>
              </a:pathLst>
            </a:custGeom>
            <a:noFill/>
            <a:ln w="13375" cap="flat">
              <a:solidFill>
                <a:srgbClr val="333333"/>
              </a:solidFill>
              <a:round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24" name="任意多边形 123"/>
            <p:cNvSpPr/>
            <p:nvPr/>
          </p:nvSpPr>
          <p:spPr>
            <a:xfrm>
              <a:off x="17994" y="1568"/>
              <a:ext cx="274" cy="0"/>
            </a:xfrm>
            <a:custGeom>
              <a:avLst/>
              <a:gdLst>
                <a:gd name="connisteX0" fmla="*/ 0 w 173870"/>
                <a:gd name="connsiteY0" fmla="*/ 0 h 0"/>
                <a:gd name="connisteX1" fmla="*/ 173870 w 173870"/>
                <a:gd name="connsiteY1" fmla="*/ 0 h 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</a:cxnLst>
              <a:rect l="l" t="t" r="r" b="b"/>
              <a:pathLst>
                <a:path w="173871">
                  <a:moveTo>
                    <a:pt x="0" y="0"/>
                  </a:moveTo>
                  <a:lnTo>
                    <a:pt x="173871" y="0"/>
                  </a:lnTo>
                </a:path>
              </a:pathLst>
            </a:custGeom>
            <a:noFill/>
            <a:ln w="13375" cap="rnd">
              <a:solidFill>
                <a:srgbClr val="333333"/>
              </a:solidFill>
              <a:round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25" name="任意多边形 124"/>
            <p:cNvSpPr/>
            <p:nvPr/>
          </p:nvSpPr>
          <p:spPr>
            <a:xfrm>
              <a:off x="18031" y="1521"/>
              <a:ext cx="10" cy="11"/>
            </a:xfrm>
            <a:custGeom>
              <a:avLst/>
              <a:gdLst>
                <a:gd name="connisteX0" fmla="*/ 6687 w 6687"/>
                <a:gd name="connsiteY0" fmla="*/ 3343 h 6687"/>
                <a:gd name="connisteX1" fmla="*/ 3343 w 6687"/>
                <a:gd name="connsiteY1" fmla="*/ 6687 h 6687"/>
                <a:gd name="connisteX2" fmla="*/ 0 w 6687"/>
                <a:gd name="connsiteY2" fmla="*/ 3343 h 6687"/>
                <a:gd name="connisteX3" fmla="*/ 3343 w 6687"/>
                <a:gd name="connsiteY3" fmla="*/ 0 h 6687"/>
                <a:gd name="connisteX4" fmla="*/ 6687 w 6687"/>
                <a:gd name="connsiteY4" fmla="*/ 3343 h 6687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87" h="6687">
                  <a:moveTo>
                    <a:pt x="6687" y="3344"/>
                  </a:moveTo>
                  <a:cubicBezTo>
                    <a:pt x="6687" y="5190"/>
                    <a:pt x="5190" y="6687"/>
                    <a:pt x="3344" y="6687"/>
                  </a:cubicBezTo>
                  <a:cubicBezTo>
                    <a:pt x="1497" y="6687"/>
                    <a:pt x="0" y="5190"/>
                    <a:pt x="0" y="3344"/>
                  </a:cubicBezTo>
                  <a:cubicBezTo>
                    <a:pt x="0" y="1497"/>
                    <a:pt x="1497" y="0"/>
                    <a:pt x="3344" y="0"/>
                  </a:cubicBezTo>
                  <a:cubicBezTo>
                    <a:pt x="5190" y="0"/>
                    <a:pt x="6687" y="1497"/>
                    <a:pt x="6687" y="3344"/>
                  </a:cubicBezTo>
                  <a:close/>
                </a:path>
              </a:pathLst>
            </a:custGeom>
            <a:noFill/>
            <a:ln w="6687" cap="flat">
              <a:solidFill>
                <a:srgbClr val="333333"/>
              </a:solidFill>
              <a:round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26" name="任意多边形 125"/>
            <p:cNvSpPr/>
            <p:nvPr/>
          </p:nvSpPr>
          <p:spPr>
            <a:xfrm>
              <a:off x="18073" y="1521"/>
              <a:ext cx="11" cy="11"/>
            </a:xfrm>
            <a:custGeom>
              <a:avLst/>
              <a:gdLst>
                <a:gd name="connisteX0" fmla="*/ 6687 w 6687"/>
                <a:gd name="connsiteY0" fmla="*/ 3343 h 6687"/>
                <a:gd name="connisteX1" fmla="*/ 3343 w 6687"/>
                <a:gd name="connsiteY1" fmla="*/ 6687 h 6687"/>
                <a:gd name="connisteX2" fmla="*/ 0 w 6687"/>
                <a:gd name="connsiteY2" fmla="*/ 3343 h 6687"/>
                <a:gd name="connisteX3" fmla="*/ 3343 w 6687"/>
                <a:gd name="connsiteY3" fmla="*/ 0 h 6687"/>
                <a:gd name="connisteX4" fmla="*/ 6687 w 6687"/>
                <a:gd name="connsiteY4" fmla="*/ 3343 h 6687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87" h="6687">
                  <a:moveTo>
                    <a:pt x="6687" y="3344"/>
                  </a:moveTo>
                  <a:cubicBezTo>
                    <a:pt x="6687" y="5190"/>
                    <a:pt x="5190" y="6687"/>
                    <a:pt x="3344" y="6687"/>
                  </a:cubicBezTo>
                  <a:cubicBezTo>
                    <a:pt x="1497" y="6687"/>
                    <a:pt x="0" y="5190"/>
                    <a:pt x="0" y="3344"/>
                  </a:cubicBezTo>
                  <a:cubicBezTo>
                    <a:pt x="0" y="1497"/>
                    <a:pt x="1497" y="0"/>
                    <a:pt x="3344" y="0"/>
                  </a:cubicBezTo>
                  <a:cubicBezTo>
                    <a:pt x="5190" y="0"/>
                    <a:pt x="6687" y="1497"/>
                    <a:pt x="6687" y="3344"/>
                  </a:cubicBezTo>
                  <a:close/>
                </a:path>
              </a:pathLst>
            </a:custGeom>
            <a:noFill/>
            <a:ln w="6687" cap="flat">
              <a:solidFill>
                <a:srgbClr val="333333"/>
              </a:solidFill>
              <a:round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27" name="任意多边形 126"/>
            <p:cNvSpPr/>
            <p:nvPr/>
          </p:nvSpPr>
          <p:spPr>
            <a:xfrm>
              <a:off x="18115" y="1521"/>
              <a:ext cx="11" cy="11"/>
            </a:xfrm>
            <a:custGeom>
              <a:avLst/>
              <a:gdLst>
                <a:gd name="connisteX0" fmla="*/ 6687 w 6687"/>
                <a:gd name="connsiteY0" fmla="*/ 3343 h 6687"/>
                <a:gd name="connisteX1" fmla="*/ 3343 w 6687"/>
                <a:gd name="connsiteY1" fmla="*/ 6687 h 6687"/>
                <a:gd name="connisteX2" fmla="*/ 0 w 6687"/>
                <a:gd name="connsiteY2" fmla="*/ 3343 h 6687"/>
                <a:gd name="connisteX3" fmla="*/ 3343 w 6687"/>
                <a:gd name="connsiteY3" fmla="*/ 0 h 6687"/>
                <a:gd name="connisteX4" fmla="*/ 6687 w 6687"/>
                <a:gd name="connsiteY4" fmla="*/ 3343 h 6687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687" h="6687">
                  <a:moveTo>
                    <a:pt x="6687" y="3344"/>
                  </a:moveTo>
                  <a:cubicBezTo>
                    <a:pt x="6687" y="5190"/>
                    <a:pt x="5190" y="6687"/>
                    <a:pt x="3344" y="6687"/>
                  </a:cubicBezTo>
                  <a:cubicBezTo>
                    <a:pt x="1497" y="6687"/>
                    <a:pt x="0" y="5190"/>
                    <a:pt x="0" y="3344"/>
                  </a:cubicBezTo>
                  <a:cubicBezTo>
                    <a:pt x="0" y="1497"/>
                    <a:pt x="1497" y="0"/>
                    <a:pt x="3344" y="0"/>
                  </a:cubicBezTo>
                  <a:cubicBezTo>
                    <a:pt x="5190" y="0"/>
                    <a:pt x="6687" y="1497"/>
                    <a:pt x="6687" y="3344"/>
                  </a:cubicBezTo>
                  <a:close/>
                </a:path>
              </a:pathLst>
            </a:custGeom>
            <a:noFill/>
            <a:ln w="6687" cap="flat">
              <a:solidFill>
                <a:srgbClr val="333333"/>
              </a:solidFill>
              <a:round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28" name="任意多边形 127"/>
            <p:cNvSpPr/>
            <p:nvPr/>
          </p:nvSpPr>
          <p:spPr>
            <a:xfrm>
              <a:off x="18047" y="1632"/>
              <a:ext cx="168" cy="0"/>
            </a:xfrm>
            <a:custGeom>
              <a:avLst/>
              <a:gdLst>
                <a:gd name="connisteX0" fmla="*/ 0 w 106997"/>
                <a:gd name="connsiteY0" fmla="*/ 0 h 0"/>
                <a:gd name="connisteX1" fmla="*/ 106997 w 106997"/>
                <a:gd name="connsiteY1" fmla="*/ 0 h 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</a:cxnLst>
              <a:rect l="l" t="t" r="r" b="b"/>
              <a:pathLst>
                <a:path w="106998">
                  <a:moveTo>
                    <a:pt x="0" y="0"/>
                  </a:moveTo>
                  <a:lnTo>
                    <a:pt x="106998" y="0"/>
                  </a:lnTo>
                </a:path>
              </a:pathLst>
            </a:custGeom>
            <a:noFill/>
            <a:ln w="13375" cap="rnd">
              <a:solidFill>
                <a:srgbClr val="333333"/>
              </a:solidFill>
              <a:round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29" name="任意多边形 128"/>
            <p:cNvSpPr/>
            <p:nvPr/>
          </p:nvSpPr>
          <p:spPr>
            <a:xfrm>
              <a:off x="18047" y="1695"/>
              <a:ext cx="84" cy="0"/>
            </a:xfrm>
            <a:custGeom>
              <a:avLst/>
              <a:gdLst>
                <a:gd name="connisteX0" fmla="*/ 0 w 53498"/>
                <a:gd name="connsiteY0" fmla="*/ 0 h 1"/>
                <a:gd name="connisteX1" fmla="*/ 53498 w 53498"/>
                <a:gd name="connsiteY1" fmla="*/ 1 h 1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</a:cxnLst>
              <a:rect l="l" t="t" r="r" b="b"/>
              <a:pathLst>
                <a:path w="53499" h="1">
                  <a:moveTo>
                    <a:pt x="0" y="0"/>
                  </a:moveTo>
                  <a:lnTo>
                    <a:pt x="53499" y="1"/>
                  </a:lnTo>
                </a:path>
              </a:pathLst>
            </a:custGeom>
            <a:noFill/>
            <a:ln w="13375" cap="rnd">
              <a:solidFill>
                <a:srgbClr val="333333"/>
              </a:solidFill>
              <a:round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133" name="组合 132"/>
          <p:cNvGrpSpPr/>
          <p:nvPr/>
        </p:nvGrpSpPr>
        <p:grpSpPr>
          <a:xfrm>
            <a:off x="8648065" y="946785"/>
            <a:ext cx="173990" cy="165735"/>
            <a:chOff x="18437" y="1491"/>
            <a:chExt cx="274" cy="261"/>
          </a:xfrm>
        </p:grpSpPr>
        <p:sp>
          <p:nvSpPr>
            <p:cNvPr id="130" name="任意多边形 129"/>
            <p:cNvSpPr/>
            <p:nvPr/>
          </p:nvSpPr>
          <p:spPr>
            <a:xfrm>
              <a:off x="18437" y="1522"/>
              <a:ext cx="274" cy="231"/>
            </a:xfrm>
            <a:custGeom>
              <a:avLst/>
              <a:gdLst>
                <a:gd name="connisteX0" fmla="*/ 25665 w 173870"/>
                <a:gd name="connsiteY0" fmla="*/ 0 h 146506"/>
                <a:gd name="connisteX1" fmla="*/ 26749 w 173870"/>
                <a:gd name="connsiteY1" fmla="*/ 91 h 146506"/>
                <a:gd name="connisteX2" fmla="*/ 26749 w 173870"/>
                <a:gd name="connsiteY2" fmla="*/ 105325 h 146506"/>
                <a:gd name="connisteX3" fmla="*/ 28421 w 173870"/>
                <a:gd name="connsiteY3" fmla="*/ 106997 h 146506"/>
                <a:gd name="connisteX4" fmla="*/ 67409 w 173870"/>
                <a:gd name="connsiteY4" fmla="*/ 127856 h 146506"/>
                <a:gd name="connisteX5" fmla="*/ 76186 w 173870"/>
                <a:gd name="connsiteY5" fmla="*/ 141035 h 146506"/>
                <a:gd name="connisteX6" fmla="*/ 84923 w 173870"/>
                <a:gd name="connsiteY6" fmla="*/ 141505 h 146506"/>
                <a:gd name="connisteX7" fmla="*/ 95516 w 173870"/>
                <a:gd name="connsiteY7" fmla="*/ 128809 h 146506"/>
                <a:gd name="connisteX8" fmla="*/ 142066 w 173870"/>
                <a:gd name="connsiteY8" fmla="*/ 106997 h 146506"/>
                <a:gd name="connisteX9" fmla="*/ 147121 w 173870"/>
                <a:gd name="connsiteY9" fmla="*/ 101942 h 146506"/>
                <a:gd name="connisteX10" fmla="*/ 147121 w 173870"/>
                <a:gd name="connsiteY10" fmla="*/ 52 h 146506"/>
                <a:gd name="connisteX11" fmla="*/ 147996 w 173870"/>
                <a:gd name="connsiteY11" fmla="*/ 0 h 146506"/>
                <a:gd name="connisteX12" fmla="*/ 167183 w 173870"/>
                <a:gd name="connsiteY12" fmla="*/ 0 h 146506"/>
                <a:gd name="connisteX13" fmla="*/ 173870 w 173870"/>
                <a:gd name="connsiteY13" fmla="*/ 6687 h 146506"/>
                <a:gd name="connisteX14" fmla="*/ 173870 w 173870"/>
                <a:gd name="connsiteY14" fmla="*/ 127059 h 146506"/>
                <a:gd name="connisteX15" fmla="*/ 167183 w 173870"/>
                <a:gd name="connsiteY15" fmla="*/ 133746 h 146506"/>
                <a:gd name="connisteX16" fmla="*/ 155154 w 173870"/>
                <a:gd name="connsiteY16" fmla="*/ 133746 h 146506"/>
                <a:gd name="connisteX17" fmla="*/ 100049 w 173870"/>
                <a:gd name="connsiteY17" fmla="*/ 141466 h 146506"/>
                <a:gd name="connisteX18" fmla="*/ 83918 w 173870"/>
                <a:gd name="connsiteY18" fmla="*/ 146076 h 146506"/>
                <a:gd name="connisteX19" fmla="*/ 76708 w 173870"/>
                <a:gd name="connsiteY19" fmla="*/ 145710 h 146506"/>
                <a:gd name="connisteX20" fmla="*/ 14615 w 173870"/>
                <a:gd name="connsiteY20" fmla="*/ 133746 h 146506"/>
                <a:gd name="connisteX21" fmla="*/ 6687 w 173870"/>
                <a:gd name="connsiteY21" fmla="*/ 133746 h 146506"/>
                <a:gd name="connisteX22" fmla="*/ 0 w 173870"/>
                <a:gd name="connsiteY22" fmla="*/ 127059 h 146506"/>
                <a:gd name="connisteX23" fmla="*/ 0 w 173870"/>
                <a:gd name="connsiteY23" fmla="*/ 6687 h 146506"/>
                <a:gd name="connisteX24" fmla="*/ 6687 w 173870"/>
                <a:gd name="connsiteY24" fmla="*/ 0 h 146506"/>
                <a:gd name="connisteX25" fmla="*/ 25665 w 173870"/>
                <a:gd name="connsiteY25" fmla="*/ 0 h 146506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  <a:cxn ang="0">
                  <a:pos x="connisteX9" y="connsiteY9"/>
                </a:cxn>
                <a:cxn ang="0">
                  <a:pos x="connisteX10" y="connsiteY10"/>
                </a:cxn>
                <a:cxn ang="0">
                  <a:pos x="connisteX11" y="connsiteY11"/>
                </a:cxn>
                <a:cxn ang="0">
                  <a:pos x="connisteX12" y="connsiteY12"/>
                </a:cxn>
                <a:cxn ang="0">
                  <a:pos x="connisteX13" y="connsiteY13"/>
                </a:cxn>
                <a:cxn ang="0">
                  <a:pos x="connisteX14" y="connsiteY14"/>
                </a:cxn>
                <a:cxn ang="0">
                  <a:pos x="connisteX15" y="connsiteY15"/>
                </a:cxn>
                <a:cxn ang="0">
                  <a:pos x="connisteX16" y="connsiteY16"/>
                </a:cxn>
                <a:cxn ang="0">
                  <a:pos x="connisteX17" y="connsiteY17"/>
                </a:cxn>
                <a:cxn ang="0">
                  <a:pos x="connisteX18" y="connsiteY18"/>
                </a:cxn>
                <a:cxn ang="0">
                  <a:pos x="connisteX19" y="connsiteY19"/>
                </a:cxn>
                <a:cxn ang="0">
                  <a:pos x="connisteX20" y="connsiteY20"/>
                </a:cxn>
                <a:cxn ang="0">
                  <a:pos x="connisteX21" y="connsiteY21"/>
                </a:cxn>
                <a:cxn ang="0">
                  <a:pos x="connisteX22" y="connsiteY22"/>
                </a:cxn>
                <a:cxn ang="0">
                  <a:pos x="connisteX23" y="connsiteY23"/>
                </a:cxn>
                <a:cxn ang="0">
                  <a:pos x="connisteX24" y="connsiteY24"/>
                </a:cxn>
                <a:cxn ang="0">
                  <a:pos x="connisteX25" y="connsiteY25"/>
                </a:cxn>
              </a:cxnLst>
              <a:rect l="l" t="t" r="r" b="b"/>
              <a:pathLst>
                <a:path w="173871" h="146507">
                  <a:moveTo>
                    <a:pt x="25665" y="0"/>
                  </a:moveTo>
                  <a:cubicBezTo>
                    <a:pt x="26029" y="0"/>
                    <a:pt x="26392" y="32"/>
                    <a:pt x="26749" y="91"/>
                  </a:cubicBezTo>
                  <a:lnTo>
                    <a:pt x="26749" y="105326"/>
                  </a:lnTo>
                  <a:cubicBezTo>
                    <a:pt x="26750" y="106249"/>
                    <a:pt x="27498" y="106996"/>
                    <a:pt x="28421" y="106998"/>
                  </a:cubicBezTo>
                  <a:cubicBezTo>
                    <a:pt x="44086" y="106998"/>
                    <a:pt x="58719" y="114823"/>
                    <a:pt x="67409" y="127856"/>
                  </a:cubicBezTo>
                  <a:lnTo>
                    <a:pt x="76186" y="141035"/>
                  </a:lnTo>
                  <a:cubicBezTo>
                    <a:pt x="78210" y="144070"/>
                    <a:pt x="82587" y="144306"/>
                    <a:pt x="84924" y="141505"/>
                  </a:cubicBezTo>
                  <a:lnTo>
                    <a:pt x="95517" y="128810"/>
                  </a:lnTo>
                  <a:cubicBezTo>
                    <a:pt x="107031" y="114993"/>
                    <a:pt x="124082" y="106999"/>
                    <a:pt x="142067" y="106998"/>
                  </a:cubicBezTo>
                  <a:cubicBezTo>
                    <a:pt x="144856" y="106998"/>
                    <a:pt x="147122" y="104732"/>
                    <a:pt x="147122" y="101943"/>
                  </a:cubicBezTo>
                  <a:lnTo>
                    <a:pt x="147122" y="52"/>
                  </a:lnTo>
                  <a:cubicBezTo>
                    <a:pt x="147411" y="14"/>
                    <a:pt x="147704" y="0"/>
                    <a:pt x="147997" y="0"/>
                  </a:cubicBezTo>
                  <a:lnTo>
                    <a:pt x="167184" y="0"/>
                  </a:lnTo>
                  <a:cubicBezTo>
                    <a:pt x="170877" y="0"/>
                    <a:pt x="173871" y="2994"/>
                    <a:pt x="173871" y="6687"/>
                  </a:cubicBezTo>
                  <a:lnTo>
                    <a:pt x="173871" y="127060"/>
                  </a:lnTo>
                  <a:cubicBezTo>
                    <a:pt x="173871" y="130753"/>
                    <a:pt x="170877" y="133747"/>
                    <a:pt x="167184" y="133747"/>
                  </a:cubicBezTo>
                  <a:lnTo>
                    <a:pt x="155154" y="133747"/>
                  </a:lnTo>
                  <a:cubicBezTo>
                    <a:pt x="136516" y="133747"/>
                    <a:pt x="117970" y="136346"/>
                    <a:pt x="100049" y="141466"/>
                  </a:cubicBezTo>
                  <a:lnTo>
                    <a:pt x="83918" y="146077"/>
                  </a:lnTo>
                  <a:cubicBezTo>
                    <a:pt x="81543" y="146755"/>
                    <a:pt x="79002" y="146628"/>
                    <a:pt x="76709" y="145711"/>
                  </a:cubicBezTo>
                  <a:cubicBezTo>
                    <a:pt x="56959" y="137811"/>
                    <a:pt x="35886" y="133748"/>
                    <a:pt x="14616" y="133747"/>
                  </a:cubicBezTo>
                  <a:lnTo>
                    <a:pt x="6687" y="133747"/>
                  </a:lnTo>
                  <a:cubicBezTo>
                    <a:pt x="2994" y="133747"/>
                    <a:pt x="0" y="130753"/>
                    <a:pt x="0" y="127060"/>
                  </a:cubicBezTo>
                  <a:lnTo>
                    <a:pt x="0" y="6687"/>
                  </a:lnTo>
                  <a:cubicBezTo>
                    <a:pt x="0" y="2994"/>
                    <a:pt x="2994" y="0"/>
                    <a:pt x="6687" y="0"/>
                  </a:cubicBezTo>
                  <a:lnTo>
                    <a:pt x="25665" y="0"/>
                  </a:lnTo>
                  <a:close/>
                </a:path>
              </a:pathLst>
            </a:custGeom>
            <a:noFill/>
            <a:ln w="13375" cap="rnd">
              <a:solidFill>
                <a:srgbClr val="333333"/>
              </a:solidFill>
              <a:round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31" name="任意多边形 130"/>
            <p:cNvSpPr/>
            <p:nvPr/>
          </p:nvSpPr>
          <p:spPr>
            <a:xfrm>
              <a:off x="18479" y="1491"/>
              <a:ext cx="190" cy="257"/>
            </a:xfrm>
            <a:custGeom>
              <a:avLst/>
              <a:gdLst>
                <a:gd name="connisteX0" fmla="*/ 44162 w 120372"/>
                <a:gd name="connsiteY0" fmla="*/ 17413 h 163530"/>
                <a:gd name="connisteX1" fmla="*/ 51582 w 120372"/>
                <a:gd name="connsiteY1" fmla="*/ 24833 h 163530"/>
                <a:gd name="connisteX2" fmla="*/ 55614 w 120372"/>
                <a:gd name="connsiteY2" fmla="*/ 25056 h 163530"/>
                <a:gd name="connisteX3" fmla="*/ 65837 w 120372"/>
                <a:gd name="connsiteY3" fmla="*/ 16878 h 163530"/>
                <a:gd name="connisteX4" fmla="*/ 113953 w 120372"/>
                <a:gd name="connsiteY4" fmla="*/ 0 h 163530"/>
                <a:gd name="connisteX5" fmla="*/ 120372 w 120372"/>
                <a:gd name="connsiteY5" fmla="*/ 6418 h 163530"/>
                <a:gd name="connisteX6" fmla="*/ 120372 w 120372"/>
                <a:gd name="connsiteY6" fmla="*/ 122008 h 163530"/>
                <a:gd name="connisteX7" fmla="*/ 115321 w 120372"/>
                <a:gd name="connsiteY7" fmla="*/ 127059 h 163530"/>
                <a:gd name="connisteX8" fmla="*/ 68762 w 120372"/>
                <a:gd name="connsiteY8" fmla="*/ 148866 h 163530"/>
                <a:gd name="connisteX9" fmla="*/ 58180 w 120372"/>
                <a:gd name="connsiteY9" fmla="*/ 161565 h 163530"/>
                <a:gd name="connisteX10" fmla="*/ 49442 w 120372"/>
                <a:gd name="connsiteY10" fmla="*/ 161099 h 163530"/>
                <a:gd name="connisteX11" fmla="*/ 40659 w 120372"/>
                <a:gd name="connsiteY11" fmla="*/ 147924 h 163530"/>
                <a:gd name="connisteX12" fmla="*/ 1673 w 120372"/>
                <a:gd name="connsiteY12" fmla="*/ 127059 h 163530"/>
                <a:gd name="connisteX13" fmla="*/ 0 w 120372"/>
                <a:gd name="connsiteY13" fmla="*/ 125386 h 163530"/>
                <a:gd name="connisteX14" fmla="*/ 0 w 120372"/>
                <a:gd name="connsiteY14" fmla="*/ 2123 h 163530"/>
                <a:gd name="connisteX15" fmla="*/ 2123 w 120372"/>
                <a:gd name="connsiteY15" fmla="*/ 0 h 163530"/>
                <a:gd name="connisteX16" fmla="*/ 44162 w 120372"/>
                <a:gd name="connsiteY16" fmla="*/ 17413 h 16353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  <a:cxn ang="0">
                  <a:pos x="connisteX9" y="connsiteY9"/>
                </a:cxn>
                <a:cxn ang="0">
                  <a:pos x="connisteX10" y="connsiteY10"/>
                </a:cxn>
                <a:cxn ang="0">
                  <a:pos x="connisteX11" y="connsiteY11"/>
                </a:cxn>
                <a:cxn ang="0">
                  <a:pos x="connisteX12" y="connsiteY12"/>
                </a:cxn>
                <a:cxn ang="0">
                  <a:pos x="connisteX13" y="connsiteY13"/>
                </a:cxn>
                <a:cxn ang="0">
                  <a:pos x="connisteX14" y="connsiteY14"/>
                </a:cxn>
                <a:cxn ang="0">
                  <a:pos x="connisteX15" y="connsiteY15"/>
                </a:cxn>
                <a:cxn ang="0">
                  <a:pos x="connisteX16" y="connsiteY16"/>
                </a:cxn>
              </a:cxnLst>
              <a:rect l="l" t="t" r="r" b="b"/>
              <a:pathLst>
                <a:path w="120372" h="163531">
                  <a:moveTo>
                    <a:pt x="44163" y="17413"/>
                  </a:moveTo>
                  <a:lnTo>
                    <a:pt x="51582" y="24833"/>
                  </a:lnTo>
                  <a:cubicBezTo>
                    <a:pt x="52673" y="25924"/>
                    <a:pt x="54410" y="26020"/>
                    <a:pt x="55615" y="25056"/>
                  </a:cubicBezTo>
                  <a:lnTo>
                    <a:pt x="65838" y="16878"/>
                  </a:lnTo>
                  <a:cubicBezTo>
                    <a:pt x="79495" y="5952"/>
                    <a:pt x="96464" y="0"/>
                    <a:pt x="113954" y="0"/>
                  </a:cubicBezTo>
                  <a:cubicBezTo>
                    <a:pt x="117499" y="0"/>
                    <a:pt x="120372" y="2874"/>
                    <a:pt x="120372" y="6419"/>
                  </a:cubicBezTo>
                  <a:lnTo>
                    <a:pt x="120372" y="122009"/>
                  </a:lnTo>
                  <a:cubicBezTo>
                    <a:pt x="120372" y="124798"/>
                    <a:pt x="118111" y="127060"/>
                    <a:pt x="115322" y="127060"/>
                  </a:cubicBezTo>
                  <a:cubicBezTo>
                    <a:pt x="97335" y="127060"/>
                    <a:pt x="80278" y="135049"/>
                    <a:pt x="68763" y="148866"/>
                  </a:cubicBezTo>
                  <a:lnTo>
                    <a:pt x="58180" y="161566"/>
                  </a:lnTo>
                  <a:cubicBezTo>
                    <a:pt x="55844" y="164370"/>
                    <a:pt x="51467" y="164136"/>
                    <a:pt x="49443" y="161099"/>
                  </a:cubicBezTo>
                  <a:lnTo>
                    <a:pt x="40659" y="147924"/>
                  </a:lnTo>
                  <a:cubicBezTo>
                    <a:pt x="31969" y="134889"/>
                    <a:pt x="17340" y="127060"/>
                    <a:pt x="1674" y="127060"/>
                  </a:cubicBezTo>
                  <a:cubicBezTo>
                    <a:pt x="749" y="127060"/>
                    <a:pt x="0" y="126310"/>
                    <a:pt x="0" y="125386"/>
                  </a:cubicBezTo>
                  <a:lnTo>
                    <a:pt x="0" y="2123"/>
                  </a:lnTo>
                  <a:cubicBezTo>
                    <a:pt x="0" y="951"/>
                    <a:pt x="951" y="0"/>
                    <a:pt x="2123" y="0"/>
                  </a:cubicBezTo>
                  <a:cubicBezTo>
                    <a:pt x="17891" y="0"/>
                    <a:pt x="33013" y="6264"/>
                    <a:pt x="44163" y="17413"/>
                  </a:cubicBezTo>
                  <a:close/>
                </a:path>
              </a:pathLst>
            </a:custGeom>
            <a:noFill/>
            <a:ln w="13375" cap="rnd">
              <a:solidFill>
                <a:srgbClr val="333333"/>
              </a:solidFill>
              <a:round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32" name="任意多边形 131"/>
            <p:cNvSpPr/>
            <p:nvPr/>
          </p:nvSpPr>
          <p:spPr>
            <a:xfrm>
              <a:off x="18563" y="1533"/>
              <a:ext cx="0" cy="210"/>
            </a:xfrm>
            <a:custGeom>
              <a:avLst/>
              <a:gdLst>
                <a:gd name="connisteX0" fmla="*/ 0 w 0"/>
                <a:gd name="connsiteY0" fmla="*/ 0 h 133746"/>
                <a:gd name="connisteX1" fmla="*/ 0 w 0"/>
                <a:gd name="connsiteY1" fmla="*/ 133746 h 133746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</a:cxnLst>
              <a:rect l="l" t="t" r="r" b="b"/>
              <a:pathLst>
                <a:path h="133747">
                  <a:moveTo>
                    <a:pt x="0" y="0"/>
                  </a:moveTo>
                  <a:lnTo>
                    <a:pt x="0" y="133747"/>
                  </a:lnTo>
                </a:path>
              </a:pathLst>
            </a:custGeom>
            <a:noFill/>
            <a:ln w="13375" cap="rnd">
              <a:solidFill>
                <a:srgbClr val="333333"/>
              </a:solidFill>
              <a:round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8996045" y="5622925"/>
            <a:ext cx="2821940" cy="762000"/>
            <a:chOff x="6851" y="8855"/>
            <a:chExt cx="9044" cy="1200"/>
          </a:xfrm>
        </p:grpSpPr>
        <p:sp>
          <p:nvSpPr>
            <p:cNvPr id="25" name="矩形 24"/>
            <p:cNvSpPr/>
            <p:nvPr/>
          </p:nvSpPr>
          <p:spPr>
            <a:xfrm>
              <a:off x="6851" y="8884"/>
              <a:ext cx="9043" cy="117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6851" y="9664"/>
              <a:ext cx="3743" cy="3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900"/>
                <a:t>+    ( ! )</a:t>
              </a:r>
              <a:r>
                <a:rPr lang="zh-CN" altLang="en-US" sz="900"/>
                <a:t>完全</a:t>
              </a:r>
              <a:r>
                <a:rPr lang="zh-CN" altLang="en-US" sz="900"/>
                <a:t>接管</a:t>
              </a:r>
              <a:endParaRPr lang="zh-CN" altLang="en-US" sz="900"/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10115" y="9665"/>
              <a:ext cx="5780" cy="39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r"/>
              <a:r>
                <a:rPr lang="zh-CN" altLang="en-US" sz="900"/>
                <a:t>⚪</a:t>
              </a:r>
              <a:r>
                <a:rPr lang="en-US" altLang="zh-CN" sz="900"/>
                <a:t>  GPT-6-Astra</a:t>
              </a:r>
              <a:r>
                <a:rPr lang="zh-CN" altLang="en-US" sz="900"/>
                <a:t>⬇</a:t>
              </a:r>
              <a:r>
                <a:rPr lang="en-US" altLang="zh-CN" sz="900"/>
                <a:t>max    </a:t>
              </a:r>
              <a:r>
                <a:rPr lang="zh-CN" altLang="en-US" sz="900"/>
                <a:t>⬆</a:t>
              </a:r>
              <a:endParaRPr lang="zh-CN" altLang="en-US" sz="900"/>
            </a:p>
          </p:txBody>
        </p:sp>
        <p:cxnSp>
          <p:nvCxnSpPr>
            <p:cNvPr id="28" name="直接连接符 27"/>
            <p:cNvCxnSpPr/>
            <p:nvPr/>
          </p:nvCxnSpPr>
          <p:spPr>
            <a:xfrm>
              <a:off x="6851" y="9665"/>
              <a:ext cx="9044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29" name="文本框 28"/>
            <p:cNvSpPr txBox="1"/>
            <p:nvPr/>
          </p:nvSpPr>
          <p:spPr>
            <a:xfrm>
              <a:off x="6851" y="8855"/>
              <a:ext cx="4593" cy="3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900"/>
                <a:t>输入并发送</a:t>
              </a:r>
              <a:r>
                <a:rPr lang="zh-CN" altLang="en-US" sz="900"/>
                <a:t>以开始</a:t>
              </a:r>
              <a:endParaRPr lang="zh-CN" altLang="en-US" sz="900"/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3702050" y="958215"/>
            <a:ext cx="204470" cy="187960"/>
            <a:chOff x="5830" y="1509"/>
            <a:chExt cx="322" cy="296"/>
          </a:xfrm>
        </p:grpSpPr>
        <p:sp>
          <p:nvSpPr>
            <p:cNvPr id="30" name="任意多边形 29"/>
            <p:cNvSpPr/>
            <p:nvPr/>
          </p:nvSpPr>
          <p:spPr>
            <a:xfrm>
              <a:off x="5830" y="1509"/>
              <a:ext cx="323" cy="296"/>
            </a:xfrm>
            <a:custGeom>
              <a:avLst/>
              <a:gdLst>
                <a:gd name="connisteX0" fmla="*/ 51395 w 205581"/>
                <a:gd name="connsiteY0" fmla="*/ 150723 h 187717"/>
                <a:gd name="connisteX1" fmla="*/ 0 w 205581"/>
                <a:gd name="connsiteY1" fmla="*/ 80764 h 187717"/>
                <a:gd name="connisteX2" fmla="*/ 102790 w 205581"/>
                <a:gd name="connsiteY2" fmla="*/ 0 h 187717"/>
                <a:gd name="connisteX3" fmla="*/ 205581 w 205581"/>
                <a:gd name="connsiteY3" fmla="*/ 80764 h 187717"/>
                <a:gd name="connisteX4" fmla="*/ 102790 w 205581"/>
                <a:gd name="connsiteY4" fmla="*/ 161528 h 187717"/>
                <a:gd name="connisteX5" fmla="*/ 57986 w 205581"/>
                <a:gd name="connsiteY5" fmla="*/ 187130 h 187717"/>
                <a:gd name="connisteX6" fmla="*/ 51395 w 205581"/>
                <a:gd name="connsiteY6" fmla="*/ 183305 h 187717"/>
                <a:gd name="connisteX7" fmla="*/ 51395 w 205581"/>
                <a:gd name="connsiteY7" fmla="*/ 151119 h 187717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</a:cxnLst>
              <a:rect l="l" t="t" r="r" b="b"/>
              <a:pathLst>
                <a:path w="205581" h="187718">
                  <a:moveTo>
                    <a:pt x="51395" y="150723"/>
                  </a:moveTo>
                  <a:cubicBezTo>
                    <a:pt x="20671" y="136759"/>
                    <a:pt x="0" y="110658"/>
                    <a:pt x="0" y="80764"/>
                  </a:cubicBezTo>
                  <a:cubicBezTo>
                    <a:pt x="0" y="36159"/>
                    <a:pt x="46021" y="0"/>
                    <a:pt x="102791" y="0"/>
                  </a:cubicBezTo>
                  <a:cubicBezTo>
                    <a:pt x="159560" y="0"/>
                    <a:pt x="205581" y="36159"/>
                    <a:pt x="205581" y="80764"/>
                  </a:cubicBezTo>
                  <a:cubicBezTo>
                    <a:pt x="205581" y="125369"/>
                    <a:pt x="159560" y="161528"/>
                    <a:pt x="102791" y="161528"/>
                  </a:cubicBezTo>
                  <a:lnTo>
                    <a:pt x="57986" y="187131"/>
                  </a:lnTo>
                  <a:cubicBezTo>
                    <a:pt x="55050" y="188809"/>
                    <a:pt x="51395" y="186688"/>
                    <a:pt x="51395" y="183306"/>
                  </a:cubicBezTo>
                  <a:lnTo>
                    <a:pt x="51395" y="151120"/>
                  </a:lnTo>
                </a:path>
              </a:pathLst>
            </a:custGeom>
            <a:noFill/>
            <a:ln w="14684" cap="rnd">
              <a:solidFill>
                <a:srgbClr val="333333"/>
              </a:solidFill>
              <a:round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1" name="任意多边形 30"/>
            <p:cNvSpPr/>
            <p:nvPr/>
          </p:nvSpPr>
          <p:spPr>
            <a:xfrm>
              <a:off x="6052" y="1627"/>
              <a:ext cx="18" cy="19"/>
            </a:xfrm>
            <a:custGeom>
              <a:avLst/>
              <a:gdLst>
                <a:gd name="connisteX0" fmla="*/ 11747 w 11747"/>
                <a:gd name="connsiteY0" fmla="*/ 5873 h 11747"/>
                <a:gd name="connisteX1" fmla="*/ 5873 w 11747"/>
                <a:gd name="connsiteY1" fmla="*/ 11747 h 11747"/>
                <a:gd name="connisteX2" fmla="*/ 0 w 11747"/>
                <a:gd name="connsiteY2" fmla="*/ 5873 h 11747"/>
                <a:gd name="connisteX3" fmla="*/ 5873 w 11747"/>
                <a:gd name="connsiteY3" fmla="*/ 0 h 11747"/>
                <a:gd name="connisteX4" fmla="*/ 11747 w 11747"/>
                <a:gd name="connsiteY4" fmla="*/ 5873 h 11747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11748" h="11748">
                  <a:moveTo>
                    <a:pt x="11748" y="5874"/>
                  </a:moveTo>
                  <a:cubicBezTo>
                    <a:pt x="11748" y="9118"/>
                    <a:pt x="9118" y="11748"/>
                    <a:pt x="5874" y="11748"/>
                  </a:cubicBezTo>
                  <a:cubicBezTo>
                    <a:pt x="2630" y="11748"/>
                    <a:pt x="0" y="9118"/>
                    <a:pt x="0" y="5874"/>
                  </a:cubicBezTo>
                  <a:cubicBezTo>
                    <a:pt x="0" y="2630"/>
                    <a:pt x="2630" y="0"/>
                    <a:pt x="5874" y="0"/>
                  </a:cubicBezTo>
                  <a:cubicBezTo>
                    <a:pt x="9118" y="0"/>
                    <a:pt x="11748" y="2630"/>
                    <a:pt x="11748" y="5874"/>
                  </a:cubicBezTo>
                  <a:close/>
                </a:path>
              </a:pathLst>
            </a:custGeom>
            <a:noFill/>
            <a:ln w="11748" cap="rnd">
              <a:solidFill>
                <a:srgbClr val="333333"/>
              </a:solidFill>
              <a:round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2" name="任意多边形 31"/>
            <p:cNvSpPr/>
            <p:nvPr/>
          </p:nvSpPr>
          <p:spPr>
            <a:xfrm>
              <a:off x="5982" y="1627"/>
              <a:ext cx="19" cy="19"/>
            </a:xfrm>
            <a:custGeom>
              <a:avLst/>
              <a:gdLst>
                <a:gd name="connisteX0" fmla="*/ 11747 w 11747"/>
                <a:gd name="connsiteY0" fmla="*/ 5873 h 11747"/>
                <a:gd name="connisteX1" fmla="*/ 5873 w 11747"/>
                <a:gd name="connsiteY1" fmla="*/ 11747 h 11747"/>
                <a:gd name="connisteX2" fmla="*/ 0 w 11747"/>
                <a:gd name="connsiteY2" fmla="*/ 5873 h 11747"/>
                <a:gd name="connisteX3" fmla="*/ 5873 w 11747"/>
                <a:gd name="connsiteY3" fmla="*/ 0 h 11747"/>
                <a:gd name="connisteX4" fmla="*/ 11747 w 11747"/>
                <a:gd name="connsiteY4" fmla="*/ 5873 h 11747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11748" h="11748">
                  <a:moveTo>
                    <a:pt x="11748" y="5874"/>
                  </a:moveTo>
                  <a:cubicBezTo>
                    <a:pt x="11748" y="9118"/>
                    <a:pt x="9118" y="11748"/>
                    <a:pt x="5874" y="11748"/>
                  </a:cubicBezTo>
                  <a:cubicBezTo>
                    <a:pt x="2630" y="11748"/>
                    <a:pt x="0" y="9118"/>
                    <a:pt x="0" y="5874"/>
                  </a:cubicBezTo>
                  <a:cubicBezTo>
                    <a:pt x="0" y="2630"/>
                    <a:pt x="2630" y="0"/>
                    <a:pt x="5874" y="0"/>
                  </a:cubicBezTo>
                  <a:cubicBezTo>
                    <a:pt x="9118" y="0"/>
                    <a:pt x="11748" y="2630"/>
                    <a:pt x="11748" y="5874"/>
                  </a:cubicBezTo>
                  <a:close/>
                </a:path>
              </a:pathLst>
            </a:custGeom>
            <a:noFill/>
            <a:ln w="11748" cap="rnd">
              <a:solidFill>
                <a:srgbClr val="333333"/>
              </a:solidFill>
              <a:round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3" name="任意多边形 32"/>
            <p:cNvSpPr/>
            <p:nvPr/>
          </p:nvSpPr>
          <p:spPr>
            <a:xfrm>
              <a:off x="5913" y="1627"/>
              <a:ext cx="18" cy="19"/>
            </a:xfrm>
            <a:custGeom>
              <a:avLst/>
              <a:gdLst>
                <a:gd name="connisteX0" fmla="*/ 11747 w 11747"/>
                <a:gd name="connsiteY0" fmla="*/ 5873 h 11747"/>
                <a:gd name="connisteX1" fmla="*/ 5873 w 11747"/>
                <a:gd name="connsiteY1" fmla="*/ 11747 h 11747"/>
                <a:gd name="connisteX2" fmla="*/ 0 w 11747"/>
                <a:gd name="connsiteY2" fmla="*/ 5873 h 11747"/>
                <a:gd name="connisteX3" fmla="*/ 5873 w 11747"/>
                <a:gd name="connsiteY3" fmla="*/ 0 h 11747"/>
                <a:gd name="connisteX4" fmla="*/ 11747 w 11747"/>
                <a:gd name="connsiteY4" fmla="*/ 5873 h 11747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11748" h="11748">
                  <a:moveTo>
                    <a:pt x="11748" y="5874"/>
                  </a:moveTo>
                  <a:cubicBezTo>
                    <a:pt x="11748" y="9118"/>
                    <a:pt x="9118" y="11748"/>
                    <a:pt x="5874" y="11748"/>
                  </a:cubicBezTo>
                  <a:cubicBezTo>
                    <a:pt x="2630" y="11748"/>
                    <a:pt x="0" y="9118"/>
                    <a:pt x="0" y="5874"/>
                  </a:cubicBezTo>
                  <a:cubicBezTo>
                    <a:pt x="0" y="2630"/>
                    <a:pt x="2630" y="0"/>
                    <a:pt x="5874" y="0"/>
                  </a:cubicBezTo>
                  <a:cubicBezTo>
                    <a:pt x="9118" y="0"/>
                    <a:pt x="11748" y="2630"/>
                    <a:pt x="11748" y="5874"/>
                  </a:cubicBezTo>
                  <a:close/>
                </a:path>
              </a:pathLst>
            </a:custGeom>
            <a:noFill/>
            <a:ln w="11748" cap="rnd">
              <a:solidFill>
                <a:srgbClr val="333333"/>
              </a:solidFill>
              <a:round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40" name="组合 39"/>
          <p:cNvGrpSpPr/>
          <p:nvPr/>
        </p:nvGrpSpPr>
        <p:grpSpPr>
          <a:xfrm>
            <a:off x="3747135" y="1462405"/>
            <a:ext cx="144780" cy="154940"/>
            <a:chOff x="5901" y="2303"/>
            <a:chExt cx="228" cy="244"/>
          </a:xfrm>
        </p:grpSpPr>
        <p:sp>
          <p:nvSpPr>
            <p:cNvPr id="36" name="任意多边形 35"/>
            <p:cNvSpPr/>
            <p:nvPr/>
          </p:nvSpPr>
          <p:spPr>
            <a:xfrm>
              <a:off x="5901" y="2303"/>
              <a:ext cx="229" cy="244"/>
            </a:xfrm>
            <a:custGeom>
              <a:avLst/>
              <a:gdLst>
                <a:gd name="connisteX0" fmla="*/ 78041 w 145256"/>
                <a:gd name="connsiteY0" fmla="*/ 153225 h 154503"/>
                <a:gd name="connisteX1" fmla="*/ 67214 w 145256"/>
                <a:gd name="connsiteY1" fmla="*/ 153225 h 154503"/>
                <a:gd name="connisteX2" fmla="*/ 6691 w 145256"/>
                <a:gd name="connsiteY2" fmla="*/ 122963 h 154503"/>
                <a:gd name="connisteX3" fmla="*/ 0 w 145256"/>
                <a:gd name="connsiteY3" fmla="*/ 112137 h 154503"/>
                <a:gd name="connisteX4" fmla="*/ 0 w 145256"/>
                <a:gd name="connsiteY4" fmla="*/ 42366 h 154503"/>
                <a:gd name="connisteX5" fmla="*/ 6691 w 145256"/>
                <a:gd name="connsiteY5" fmla="*/ 31539 h 154503"/>
                <a:gd name="connisteX6" fmla="*/ 67214 w 145256"/>
                <a:gd name="connsiteY6" fmla="*/ 1277 h 154503"/>
                <a:gd name="connisteX7" fmla="*/ 78041 w 145256"/>
                <a:gd name="connsiteY7" fmla="*/ 1277 h 154503"/>
                <a:gd name="connisteX8" fmla="*/ 138565 w 145256"/>
                <a:gd name="connsiteY8" fmla="*/ 31539 h 154503"/>
                <a:gd name="connisteX9" fmla="*/ 145256 w 145256"/>
                <a:gd name="connsiteY9" fmla="*/ 42366 h 154503"/>
                <a:gd name="connisteX10" fmla="*/ 145256 w 145256"/>
                <a:gd name="connsiteY10" fmla="*/ 112137 h 154503"/>
                <a:gd name="connisteX11" fmla="*/ 138565 w 145256"/>
                <a:gd name="connsiteY11" fmla="*/ 122963 h 154503"/>
                <a:gd name="connisteX12" fmla="*/ 78041 w 145256"/>
                <a:gd name="connsiteY12" fmla="*/ 153225 h 154503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  <a:cxn ang="0">
                  <a:pos x="connisteX9" y="connsiteY9"/>
                </a:cxn>
                <a:cxn ang="0">
                  <a:pos x="connisteX10" y="connsiteY10"/>
                </a:cxn>
                <a:cxn ang="0">
                  <a:pos x="connisteX11" y="connsiteY11"/>
                </a:cxn>
                <a:cxn ang="0">
                  <a:pos x="connisteX12" y="connsiteY12"/>
                </a:cxn>
              </a:cxnLst>
              <a:rect l="l" t="t" r="r" b="b"/>
              <a:pathLst>
                <a:path w="145256" h="154503">
                  <a:moveTo>
                    <a:pt x="78042" y="153226"/>
                  </a:moveTo>
                  <a:cubicBezTo>
                    <a:pt x="74634" y="154929"/>
                    <a:pt x="70623" y="154929"/>
                    <a:pt x="67215" y="153226"/>
                  </a:cubicBezTo>
                  <a:lnTo>
                    <a:pt x="6691" y="122964"/>
                  </a:lnTo>
                  <a:cubicBezTo>
                    <a:pt x="2590" y="120913"/>
                    <a:pt x="0" y="116722"/>
                    <a:pt x="0" y="112137"/>
                  </a:cubicBezTo>
                  <a:lnTo>
                    <a:pt x="0" y="42366"/>
                  </a:lnTo>
                  <a:cubicBezTo>
                    <a:pt x="0" y="37781"/>
                    <a:pt x="2590" y="33590"/>
                    <a:pt x="6691" y="31540"/>
                  </a:cubicBezTo>
                  <a:lnTo>
                    <a:pt x="67215" y="1278"/>
                  </a:lnTo>
                  <a:cubicBezTo>
                    <a:pt x="70623" y="-426"/>
                    <a:pt x="74634" y="-426"/>
                    <a:pt x="78042" y="1278"/>
                  </a:cubicBezTo>
                  <a:lnTo>
                    <a:pt x="138565" y="31540"/>
                  </a:lnTo>
                  <a:cubicBezTo>
                    <a:pt x="142666" y="33590"/>
                    <a:pt x="145256" y="37781"/>
                    <a:pt x="145256" y="42366"/>
                  </a:cubicBezTo>
                  <a:lnTo>
                    <a:pt x="145256" y="112137"/>
                  </a:lnTo>
                  <a:cubicBezTo>
                    <a:pt x="145256" y="116722"/>
                    <a:pt x="142666" y="120913"/>
                    <a:pt x="138565" y="122964"/>
                  </a:cubicBezTo>
                  <a:lnTo>
                    <a:pt x="78042" y="153226"/>
                  </a:lnTo>
                  <a:close/>
                </a:path>
              </a:pathLst>
            </a:custGeom>
            <a:noFill/>
            <a:ln w="12105" cap="rnd">
              <a:solidFill>
                <a:srgbClr val="333333"/>
              </a:solidFill>
              <a:round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8" name="任意多边形 37"/>
            <p:cNvSpPr/>
            <p:nvPr/>
          </p:nvSpPr>
          <p:spPr>
            <a:xfrm>
              <a:off x="5911" y="2367"/>
              <a:ext cx="212" cy="58"/>
            </a:xfrm>
            <a:custGeom>
              <a:avLst/>
              <a:gdLst>
                <a:gd name="connisteX0" fmla="*/ 0 w 134655"/>
                <a:gd name="connsiteY0" fmla="*/ 0 h 36597"/>
                <a:gd name="connisteX1" fmla="*/ 66575 w 134655"/>
                <a:gd name="connsiteY1" fmla="*/ 36597 h 36597"/>
                <a:gd name="connisteX2" fmla="*/ 134655 w 134655"/>
                <a:gd name="connsiteY2" fmla="*/ 1 h 36597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</a:cxnLst>
              <a:rect l="l" t="t" r="r" b="b"/>
              <a:pathLst>
                <a:path w="134656" h="36598">
                  <a:moveTo>
                    <a:pt x="0" y="0"/>
                  </a:moveTo>
                  <a:lnTo>
                    <a:pt x="66576" y="36598"/>
                  </a:lnTo>
                  <a:lnTo>
                    <a:pt x="134656" y="2"/>
                  </a:lnTo>
                </a:path>
              </a:pathLst>
            </a:custGeom>
            <a:noFill/>
            <a:ln w="12105" cap="rnd">
              <a:solidFill>
                <a:srgbClr val="333333"/>
              </a:solidFill>
              <a:round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9" name="任意多边形 38"/>
            <p:cNvSpPr/>
            <p:nvPr/>
          </p:nvSpPr>
          <p:spPr>
            <a:xfrm>
              <a:off x="6015" y="2425"/>
              <a:ext cx="0" cy="114"/>
            </a:xfrm>
            <a:custGeom>
              <a:avLst/>
              <a:gdLst>
                <a:gd name="connisteX0" fmla="*/ 0 w 0"/>
                <a:gd name="connsiteY0" fmla="*/ 0 h 72628"/>
                <a:gd name="connisteX1" fmla="*/ 0 w 0"/>
                <a:gd name="connsiteY1" fmla="*/ 72628 h 72628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</a:cxnLst>
              <a:rect l="l" t="t" r="r" b="b"/>
              <a:pathLst>
                <a:path h="72628">
                  <a:moveTo>
                    <a:pt x="0" y="0"/>
                  </a:moveTo>
                  <a:lnTo>
                    <a:pt x="0" y="72628"/>
                  </a:lnTo>
                </a:path>
              </a:pathLst>
            </a:custGeom>
            <a:noFill/>
            <a:ln w="12105" cap="rnd">
              <a:solidFill>
                <a:srgbClr val="333333"/>
              </a:solidFill>
              <a:round/>
            </a:ln>
          </p:spPr>
          <p:txBody>
            <a:bodyPr/>
            <a:p>
              <a:endParaRPr lang="zh-CN" altLang="en-US"/>
            </a:p>
          </p:txBody>
        </p:sp>
      </p:grpSp>
      <p:sp>
        <p:nvSpPr>
          <p:cNvPr id="135" name="任意多边形 134"/>
          <p:cNvSpPr/>
          <p:nvPr/>
        </p:nvSpPr>
        <p:spPr>
          <a:xfrm>
            <a:off x="3770630" y="6332220"/>
            <a:ext cx="143510" cy="143510"/>
          </a:xfrm>
          <a:custGeom>
            <a:avLst/>
            <a:gdLst>
              <a:gd name="connisteX0" fmla="*/ 91686 w 143950"/>
              <a:gd name="connsiteY0" fmla="*/ 69729 h 143946"/>
              <a:gd name="connisteX1" fmla="*/ 105195 w 143950"/>
              <a:gd name="connsiteY1" fmla="*/ 66436 h 143946"/>
              <a:gd name="connisteX2" fmla="*/ 143950 w 143950"/>
              <a:gd name="connsiteY2" fmla="*/ 105191 h 143946"/>
              <a:gd name="connisteX3" fmla="*/ 143950 w 143950"/>
              <a:gd name="connsiteY3" fmla="*/ 127337 h 143946"/>
              <a:gd name="connisteX4" fmla="*/ 138413 w 143950"/>
              <a:gd name="connsiteY4" fmla="*/ 132873 h 143946"/>
              <a:gd name="connisteX5" fmla="*/ 105195 w 143950"/>
              <a:gd name="connsiteY5" fmla="*/ 132873 h 143946"/>
              <a:gd name="connisteX6" fmla="*/ 66436 w 143950"/>
              <a:gd name="connsiteY6" fmla="*/ 22145 h 143946"/>
              <a:gd name="connisteX7" fmla="*/ 44291 w 143950"/>
              <a:gd name="connsiteY7" fmla="*/ 44291 h 143946"/>
              <a:gd name="connisteX8" fmla="*/ 22145 w 143950"/>
              <a:gd name="connsiteY8" fmla="*/ 22145 h 143946"/>
              <a:gd name="connisteX9" fmla="*/ 44291 w 143950"/>
              <a:gd name="connsiteY9" fmla="*/ 0 h 143946"/>
              <a:gd name="connisteX10" fmla="*/ 66436 w 143950"/>
              <a:gd name="connsiteY10" fmla="*/ 22145 h 143946"/>
              <a:gd name="connisteX11" fmla="*/ 88582 w 143950"/>
              <a:gd name="connsiteY11" fmla="*/ 110728 h 143946"/>
              <a:gd name="connisteX12" fmla="*/ 88582 w 143950"/>
              <a:gd name="connsiteY12" fmla="*/ 138410 h 143946"/>
              <a:gd name="connisteX13" fmla="*/ 83046 w 143950"/>
              <a:gd name="connsiteY13" fmla="*/ 143946 h 143946"/>
              <a:gd name="connisteX14" fmla="*/ 5536 w 143950"/>
              <a:gd name="connsiteY14" fmla="*/ 143946 h 143946"/>
              <a:gd name="connisteX15" fmla="*/ 0 w 143950"/>
              <a:gd name="connsiteY15" fmla="*/ 138410 h 143946"/>
              <a:gd name="connisteX16" fmla="*/ 0 w 143950"/>
              <a:gd name="connsiteY16" fmla="*/ 110728 h 143946"/>
              <a:gd name="connisteX17" fmla="*/ 44291 w 143950"/>
              <a:gd name="connsiteY17" fmla="*/ 66436 h 143946"/>
              <a:gd name="connisteX18" fmla="*/ 88582 w 143950"/>
              <a:gd name="connsiteY18" fmla="*/ 110728 h 143946"/>
              <a:gd name="connisteX19" fmla="*/ 121806 w 143950"/>
              <a:gd name="connsiteY19" fmla="*/ 27682 h 143946"/>
              <a:gd name="connisteX20" fmla="*/ 105197 w 143950"/>
              <a:gd name="connsiteY20" fmla="*/ 44291 h 143946"/>
              <a:gd name="connisteX21" fmla="*/ 88588 w 143950"/>
              <a:gd name="connsiteY21" fmla="*/ 27682 h 143946"/>
              <a:gd name="connisteX22" fmla="*/ 105197 w 143950"/>
              <a:gd name="connsiteY22" fmla="*/ 11072 h 143946"/>
              <a:gd name="connisteX23" fmla="*/ 121806 w 143950"/>
              <a:gd name="connsiteY23" fmla="*/ 27682 h 143946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  <a:cxn ang="0">
                <a:pos x="connisteX9" y="connsiteY9"/>
              </a:cxn>
              <a:cxn ang="0">
                <a:pos x="connisteX10" y="connsiteY10"/>
              </a:cxn>
              <a:cxn ang="0">
                <a:pos x="connisteX11" y="connsiteY11"/>
              </a:cxn>
              <a:cxn ang="0">
                <a:pos x="connisteX12" y="connsiteY12"/>
              </a:cxn>
              <a:cxn ang="0">
                <a:pos x="connisteX13" y="connsiteY13"/>
              </a:cxn>
              <a:cxn ang="0">
                <a:pos x="connisteX14" y="connsiteY14"/>
              </a:cxn>
              <a:cxn ang="0">
                <a:pos x="connisteX15" y="connsiteY15"/>
              </a:cxn>
              <a:cxn ang="0">
                <a:pos x="connisteX16" y="connsiteY16"/>
              </a:cxn>
              <a:cxn ang="0">
                <a:pos x="connisteX17" y="connsiteY17"/>
              </a:cxn>
              <a:cxn ang="0">
                <a:pos x="connisteX18" y="connsiteY18"/>
              </a:cxn>
              <a:cxn ang="0">
                <a:pos x="connisteX19" y="connsiteY19"/>
              </a:cxn>
              <a:cxn ang="0">
                <a:pos x="connisteX20" y="connsiteY20"/>
              </a:cxn>
              <a:cxn ang="0">
                <a:pos x="connisteX21" y="connsiteY21"/>
              </a:cxn>
              <a:cxn ang="0">
                <a:pos x="connisteX22" y="connsiteY22"/>
              </a:cxn>
              <a:cxn ang="0">
                <a:pos x="connisteX23" y="connsiteY23"/>
              </a:cxn>
            </a:cxnLst>
            <a:rect l="l" t="t" r="r" b="b"/>
            <a:pathLst>
              <a:path w="143950" h="143947">
                <a:moveTo>
                  <a:pt x="91686" y="69729"/>
                </a:moveTo>
                <a:cubicBezTo>
                  <a:pt x="95330" y="67951"/>
                  <a:pt x="99250" y="66437"/>
                  <a:pt x="105195" y="66437"/>
                </a:cubicBezTo>
                <a:cubicBezTo>
                  <a:pt x="126599" y="66437"/>
                  <a:pt x="143950" y="83788"/>
                  <a:pt x="143950" y="105192"/>
                </a:cubicBezTo>
                <a:lnTo>
                  <a:pt x="143950" y="127337"/>
                </a:lnTo>
                <a:cubicBezTo>
                  <a:pt x="143950" y="130395"/>
                  <a:pt x="141472" y="132874"/>
                  <a:pt x="138414" y="132874"/>
                </a:cubicBezTo>
                <a:cubicBezTo>
                  <a:pt x="123810" y="132874"/>
                  <a:pt x="117396" y="132874"/>
                  <a:pt x="105195" y="132874"/>
                </a:cubicBezTo>
                <a:moveTo>
                  <a:pt x="66437" y="22146"/>
                </a:moveTo>
                <a:cubicBezTo>
                  <a:pt x="66437" y="34376"/>
                  <a:pt x="56522" y="44291"/>
                  <a:pt x="44291" y="44291"/>
                </a:cubicBezTo>
                <a:cubicBezTo>
                  <a:pt x="32060" y="44291"/>
                  <a:pt x="22146" y="34376"/>
                  <a:pt x="22146" y="22146"/>
                </a:cubicBezTo>
                <a:cubicBezTo>
                  <a:pt x="22146" y="9915"/>
                  <a:pt x="32060" y="0"/>
                  <a:pt x="44291" y="0"/>
                </a:cubicBezTo>
                <a:cubicBezTo>
                  <a:pt x="56522" y="0"/>
                  <a:pt x="66437" y="9915"/>
                  <a:pt x="66437" y="22146"/>
                </a:cubicBezTo>
                <a:moveTo>
                  <a:pt x="88583" y="110728"/>
                </a:moveTo>
                <a:lnTo>
                  <a:pt x="88583" y="138410"/>
                </a:lnTo>
                <a:cubicBezTo>
                  <a:pt x="88583" y="141468"/>
                  <a:pt x="86104" y="143947"/>
                  <a:pt x="83046" y="143947"/>
                </a:cubicBezTo>
                <a:lnTo>
                  <a:pt x="5536" y="143947"/>
                </a:lnTo>
                <a:cubicBezTo>
                  <a:pt x="2479" y="143947"/>
                  <a:pt x="0" y="141468"/>
                  <a:pt x="0" y="138410"/>
                </a:cubicBezTo>
                <a:lnTo>
                  <a:pt x="0" y="110728"/>
                </a:lnTo>
                <a:cubicBezTo>
                  <a:pt x="0" y="86267"/>
                  <a:pt x="19830" y="66437"/>
                  <a:pt x="44291" y="66437"/>
                </a:cubicBezTo>
                <a:cubicBezTo>
                  <a:pt x="68753" y="66437"/>
                  <a:pt x="88583" y="86267"/>
                  <a:pt x="88583" y="110728"/>
                </a:cubicBezTo>
                <a:moveTo>
                  <a:pt x="121806" y="27682"/>
                </a:moveTo>
                <a:cubicBezTo>
                  <a:pt x="121806" y="36855"/>
                  <a:pt x="114370" y="44291"/>
                  <a:pt x="105197" y="44291"/>
                </a:cubicBezTo>
                <a:cubicBezTo>
                  <a:pt x="96024" y="44291"/>
                  <a:pt x="88588" y="36855"/>
                  <a:pt x="88588" y="27682"/>
                </a:cubicBezTo>
                <a:cubicBezTo>
                  <a:pt x="88588" y="18509"/>
                  <a:pt x="96024" y="11073"/>
                  <a:pt x="105197" y="11073"/>
                </a:cubicBezTo>
                <a:cubicBezTo>
                  <a:pt x="114370" y="11073"/>
                  <a:pt x="121806" y="18509"/>
                  <a:pt x="121806" y="27682"/>
                </a:cubicBezTo>
              </a:path>
            </a:pathLst>
          </a:custGeom>
          <a:noFill/>
          <a:ln w="11073" cap="rnd">
            <a:solidFill>
              <a:srgbClr val="333333"/>
            </a:solidFill>
            <a:round/>
          </a:ln>
        </p:spPr>
        <p:txBody>
          <a:bodyPr/>
          <a:p>
            <a:endParaRPr lang="zh-CN" altLang="en-US"/>
          </a:p>
        </p:txBody>
      </p:sp>
      <p:sp>
        <p:nvSpPr>
          <p:cNvPr id="41" name="矩形 40"/>
          <p:cNvSpPr/>
          <p:nvPr/>
        </p:nvSpPr>
        <p:spPr>
          <a:xfrm>
            <a:off x="4432935" y="5411470"/>
            <a:ext cx="3986530" cy="22733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2" name="文本框 41"/>
          <p:cNvSpPr txBox="1"/>
          <p:nvPr/>
        </p:nvSpPr>
        <p:spPr>
          <a:xfrm>
            <a:off x="4432935" y="5411470"/>
            <a:ext cx="949960" cy="2114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zh-CN" altLang="en-US" sz="900"/>
              <a:t>选择工作阶段</a:t>
            </a:r>
            <a:r>
              <a:rPr lang="en-US" altLang="zh-CN" sz="900"/>
              <a:t>↑</a:t>
            </a:r>
            <a:endParaRPr lang="en-US" altLang="zh-CN" sz="900"/>
          </a:p>
        </p:txBody>
      </p:sp>
      <p:sp>
        <p:nvSpPr>
          <p:cNvPr id="43" name="矩形 42"/>
          <p:cNvSpPr/>
          <p:nvPr/>
        </p:nvSpPr>
        <p:spPr>
          <a:xfrm>
            <a:off x="4432935" y="4725670"/>
            <a:ext cx="949325" cy="6858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7" name="文本框 46"/>
          <p:cNvSpPr txBox="1"/>
          <p:nvPr/>
        </p:nvSpPr>
        <p:spPr>
          <a:xfrm>
            <a:off x="4432935" y="4721860"/>
            <a:ext cx="949960" cy="2114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900"/>
              <a:t>工作</a:t>
            </a:r>
            <a:endParaRPr lang="zh-CN" altLang="en-US" sz="900"/>
          </a:p>
        </p:txBody>
      </p:sp>
      <p:sp>
        <p:nvSpPr>
          <p:cNvPr id="48" name="文本框 47"/>
          <p:cNvSpPr txBox="1"/>
          <p:nvPr/>
        </p:nvSpPr>
        <p:spPr>
          <a:xfrm>
            <a:off x="4432935" y="4933315"/>
            <a:ext cx="949960" cy="2114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900"/>
              <a:t>自由</a:t>
            </a:r>
            <a:r>
              <a:rPr lang="zh-CN" altLang="en-US" sz="900"/>
              <a:t>讨论</a:t>
            </a:r>
            <a:endParaRPr lang="zh-CN" altLang="en-US" sz="900"/>
          </a:p>
        </p:txBody>
      </p:sp>
      <p:sp>
        <p:nvSpPr>
          <p:cNvPr id="49" name="文本框 48"/>
          <p:cNvSpPr txBox="1"/>
          <p:nvPr/>
        </p:nvSpPr>
        <p:spPr>
          <a:xfrm>
            <a:off x="4432300" y="5144770"/>
            <a:ext cx="949960" cy="2114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900"/>
              <a:t>有序</a:t>
            </a:r>
            <a:r>
              <a:rPr lang="zh-CN" altLang="en-US" sz="900"/>
              <a:t>讨论</a:t>
            </a:r>
            <a:endParaRPr lang="zh-CN" altLang="en-US" sz="900"/>
          </a:p>
        </p:txBody>
      </p:sp>
      <p:sp>
        <p:nvSpPr>
          <p:cNvPr id="50" name="文本框 49"/>
          <p:cNvSpPr txBox="1"/>
          <p:nvPr/>
        </p:nvSpPr>
        <p:spPr>
          <a:xfrm>
            <a:off x="7250430" y="5411470"/>
            <a:ext cx="1166495" cy="2108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r"/>
            <a:r>
              <a:rPr lang="zh-CN" altLang="en-US" sz="900"/>
              <a:t>创建新的分支</a:t>
            </a:r>
            <a:r>
              <a:rPr lang="zh-CN" altLang="en-US" sz="900"/>
              <a:t>工作</a:t>
            </a:r>
            <a:endParaRPr lang="zh-CN" altLang="en-US" sz="900"/>
          </a:p>
        </p:txBody>
      </p:sp>
      <p:sp>
        <p:nvSpPr>
          <p:cNvPr id="51" name="文本框 50"/>
          <p:cNvSpPr txBox="1"/>
          <p:nvPr/>
        </p:nvSpPr>
        <p:spPr>
          <a:xfrm>
            <a:off x="5953760" y="5411470"/>
            <a:ext cx="949960" cy="2114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900"/>
              <a:t>秘书总结</a:t>
            </a:r>
            <a:endParaRPr lang="zh-CN" altLang="en-US" sz="900"/>
          </a:p>
        </p:txBody>
      </p:sp>
      <p:sp>
        <p:nvSpPr>
          <p:cNvPr id="52" name="文本框 51"/>
          <p:cNvSpPr txBox="1"/>
          <p:nvPr/>
        </p:nvSpPr>
        <p:spPr>
          <a:xfrm>
            <a:off x="4142105" y="1002665"/>
            <a:ext cx="2614930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900">
                <a:sym typeface="+mn-ea"/>
              </a:rPr>
              <a:t>⚪</a:t>
            </a:r>
            <a:r>
              <a:rPr lang="en-US" altLang="zh-CN" sz="900">
                <a:sym typeface="+mn-ea"/>
              </a:rPr>
              <a:t> </a:t>
            </a:r>
            <a:r>
              <a:rPr lang="en-US" sz="900">
                <a:sym typeface="+mn-ea"/>
              </a:rPr>
              <a:t>Rosalin(</a:t>
            </a:r>
            <a:r>
              <a:rPr lang="zh-CN" altLang="en-US" sz="900">
                <a:sym typeface="+mn-ea"/>
              </a:rPr>
              <a:t>客座专家</a:t>
            </a:r>
            <a:r>
              <a:rPr lang="en-US" sz="900">
                <a:sym typeface="+mn-ea"/>
              </a:rPr>
              <a:t>)</a:t>
            </a:r>
            <a:endParaRPr lang="zh-CN" altLang="en-US" sz="900">
              <a:sym typeface="+mn-ea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4142105" y="2486025"/>
            <a:ext cx="2614930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900">
                <a:sym typeface="+mn-ea"/>
              </a:rPr>
              <a:t>⚪</a:t>
            </a:r>
            <a:r>
              <a:rPr lang="en-US" altLang="zh-CN" sz="900">
                <a:sym typeface="+mn-ea"/>
              </a:rPr>
              <a:t> </a:t>
            </a:r>
            <a:r>
              <a:rPr lang="en-US" sz="900">
                <a:sym typeface="+mn-ea"/>
              </a:rPr>
              <a:t>Jacob(</a:t>
            </a:r>
            <a:r>
              <a:rPr lang="zh-CN" altLang="en-US" sz="900">
                <a:sym typeface="+mn-ea"/>
              </a:rPr>
              <a:t>审核专家</a:t>
            </a:r>
            <a:r>
              <a:rPr lang="en-US" sz="900">
                <a:sym typeface="+mn-ea"/>
              </a:rPr>
              <a:t>)</a:t>
            </a:r>
            <a:endParaRPr lang="zh-CN" altLang="en-US" sz="900">
              <a:sym typeface="+mn-ea"/>
            </a:endParaRPr>
          </a:p>
        </p:txBody>
      </p:sp>
      <p:sp>
        <p:nvSpPr>
          <p:cNvPr id="64" name="文本框 63"/>
          <p:cNvSpPr txBox="1"/>
          <p:nvPr/>
        </p:nvSpPr>
        <p:spPr>
          <a:xfrm>
            <a:off x="4142105" y="1503045"/>
            <a:ext cx="3324860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900">
                <a:sym typeface="+mn-ea"/>
              </a:rPr>
              <a:t>针对</a:t>
            </a:r>
            <a:r>
              <a:rPr lang="en-US" altLang="zh-CN" sz="900">
                <a:sym typeface="+mn-ea"/>
              </a:rPr>
              <a:t>Marin</a:t>
            </a:r>
            <a:r>
              <a:rPr lang="zh-CN" altLang="en-US" sz="900">
                <a:sym typeface="+mn-ea"/>
              </a:rPr>
              <a:t>提出的问题，我进行了分析，结果保存在</a:t>
            </a:r>
            <a:r>
              <a:rPr lang="zh-CN" altLang="en-US" sz="900">
                <a:sym typeface="+mn-ea"/>
              </a:rPr>
              <a:t>文件：</a:t>
            </a:r>
            <a:endParaRPr lang="zh-CN" altLang="en-US" sz="900">
              <a:sym typeface="+mn-ea"/>
            </a:endParaRPr>
          </a:p>
        </p:txBody>
      </p:sp>
      <p:sp>
        <p:nvSpPr>
          <p:cNvPr id="65" name="文本框 64"/>
          <p:cNvSpPr txBox="1"/>
          <p:nvPr/>
        </p:nvSpPr>
        <p:spPr>
          <a:xfrm>
            <a:off x="4142105" y="1753235"/>
            <a:ext cx="3324860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900">
                <a:sym typeface="+mn-ea"/>
              </a:rPr>
              <a:t>📂</a:t>
            </a:r>
            <a:r>
              <a:rPr lang="en-US" altLang="zh-CN" sz="900">
                <a:sym typeface="+mn-ea"/>
              </a:rPr>
              <a:t>  results_data.xlsx</a:t>
            </a:r>
            <a:endParaRPr lang="en-US" altLang="zh-CN" sz="900">
              <a:sym typeface="+mn-ea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4142105" y="1273175"/>
            <a:ext cx="3324860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900">
                <a:sym typeface="+mn-ea"/>
              </a:rPr>
              <a:t>已思考（</a:t>
            </a:r>
            <a:r>
              <a:rPr lang="en-US" altLang="zh-CN" sz="900">
                <a:sym typeface="+mn-ea"/>
              </a:rPr>
              <a:t>11</a:t>
            </a:r>
            <a:r>
              <a:rPr lang="zh-CN" altLang="en-US" sz="900">
                <a:sym typeface="+mn-ea"/>
              </a:rPr>
              <a:t>分钟</a:t>
            </a:r>
            <a:r>
              <a:rPr lang="en-US" altLang="zh-CN" sz="900">
                <a:sym typeface="+mn-ea"/>
              </a:rPr>
              <a:t>32</a:t>
            </a:r>
            <a:r>
              <a:rPr lang="zh-CN" altLang="en-US" sz="900">
                <a:sym typeface="+mn-ea"/>
              </a:rPr>
              <a:t>秒）：</a:t>
            </a:r>
            <a:endParaRPr lang="zh-CN" altLang="en-US" sz="900">
              <a:sym typeface="+mn-ea"/>
            </a:endParaRPr>
          </a:p>
        </p:txBody>
      </p:sp>
      <p:sp>
        <p:nvSpPr>
          <p:cNvPr id="67" name="文本框 66"/>
          <p:cNvSpPr txBox="1"/>
          <p:nvPr/>
        </p:nvSpPr>
        <p:spPr>
          <a:xfrm>
            <a:off x="4142105" y="2715895"/>
            <a:ext cx="37534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900">
                <a:sym typeface="+mn-ea"/>
              </a:rPr>
              <a:t>我先查看</a:t>
            </a:r>
            <a:r>
              <a:rPr lang="en-US" altLang="zh-CN" sz="900">
                <a:sym typeface="+mn-ea"/>
              </a:rPr>
              <a:t>Marin</a:t>
            </a:r>
            <a:r>
              <a:rPr lang="zh-CN" altLang="en-US" sz="900">
                <a:sym typeface="+mn-ea"/>
              </a:rPr>
              <a:t>提出的问题，再根据</a:t>
            </a:r>
            <a:r>
              <a:rPr lang="en-US" altLang="zh-CN" sz="900">
                <a:sym typeface="+mn-ea"/>
              </a:rPr>
              <a:t>Rosalin</a:t>
            </a:r>
            <a:r>
              <a:rPr lang="zh-CN" altLang="en-US" sz="900">
                <a:sym typeface="+mn-ea"/>
              </a:rPr>
              <a:t>的计算以及她查到的文献进行方法和数据的复核，首先先查看文章并调用</a:t>
            </a:r>
            <a:r>
              <a:rPr lang="en-US" altLang="zh-CN" sz="900">
                <a:sym typeface="+mn-ea"/>
              </a:rPr>
              <a:t>tools</a:t>
            </a:r>
            <a:r>
              <a:rPr lang="zh-CN" altLang="en-US" sz="900">
                <a:sym typeface="+mn-ea"/>
              </a:rPr>
              <a:t>：</a:t>
            </a:r>
            <a:endParaRPr lang="zh-CN" altLang="en-US" sz="900">
              <a:sym typeface="+mn-ea"/>
            </a:endParaRPr>
          </a:p>
        </p:txBody>
      </p:sp>
      <p:sp>
        <p:nvSpPr>
          <p:cNvPr id="75" name="文本框 74"/>
          <p:cNvSpPr txBox="1"/>
          <p:nvPr/>
        </p:nvSpPr>
        <p:spPr>
          <a:xfrm>
            <a:off x="4974590" y="2117725"/>
            <a:ext cx="37534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900">
                <a:sym typeface="+mn-ea"/>
              </a:rPr>
              <a:t>@Jacob </a:t>
            </a:r>
            <a:r>
              <a:rPr lang="zh-CN" altLang="en-US" sz="900">
                <a:sym typeface="+mn-ea"/>
              </a:rPr>
              <a:t>复核一下数据看看，我感觉</a:t>
            </a:r>
            <a:r>
              <a:rPr lang="en-US" altLang="zh-CN" sz="900">
                <a:sym typeface="+mn-ea"/>
              </a:rPr>
              <a:t>rosalinb</a:t>
            </a:r>
            <a:r>
              <a:rPr lang="zh-CN" altLang="en-US" sz="900">
                <a:sym typeface="+mn-ea"/>
              </a:rPr>
              <a:t>算的有点问题，插补结果有负</a:t>
            </a:r>
            <a:r>
              <a:rPr lang="zh-CN" altLang="en-US" sz="900">
                <a:sym typeface="+mn-ea"/>
              </a:rPr>
              <a:t>值</a:t>
            </a:r>
            <a:endParaRPr lang="zh-CN" altLang="en-US" sz="900">
              <a:sym typeface="+mn-ea"/>
            </a:endParaRPr>
          </a:p>
        </p:txBody>
      </p:sp>
      <p:sp>
        <p:nvSpPr>
          <p:cNvPr id="76" name="文本框 75"/>
          <p:cNvSpPr txBox="1"/>
          <p:nvPr/>
        </p:nvSpPr>
        <p:spPr>
          <a:xfrm>
            <a:off x="6113145" y="1887855"/>
            <a:ext cx="2614930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r"/>
            <a:r>
              <a:rPr lang="zh-CN" altLang="en-US" sz="900">
                <a:sym typeface="+mn-ea"/>
              </a:rPr>
              <a:t>⚪</a:t>
            </a:r>
            <a:r>
              <a:rPr lang="en-US" altLang="zh-CN" sz="900">
                <a:sym typeface="+mn-ea"/>
              </a:rPr>
              <a:t> </a:t>
            </a:r>
            <a:r>
              <a:rPr lang="en-US" sz="900">
                <a:sym typeface="+mn-ea"/>
              </a:rPr>
              <a:t>U</a:t>
            </a:r>
            <a:r>
              <a:rPr lang="en-US" sz="900">
                <a:sym typeface="+mn-ea"/>
              </a:rPr>
              <a:t>serName</a:t>
            </a:r>
            <a:endParaRPr lang="en-US" sz="900">
              <a:sym typeface="+mn-ea"/>
            </a:endParaRPr>
          </a:p>
        </p:txBody>
      </p:sp>
      <p:sp>
        <p:nvSpPr>
          <p:cNvPr id="97" name="文本框 96"/>
          <p:cNvSpPr txBox="1"/>
          <p:nvPr/>
        </p:nvSpPr>
        <p:spPr>
          <a:xfrm>
            <a:off x="4142105" y="3084195"/>
            <a:ext cx="3753485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900">
                <a:latin typeface="微软雅黑" panose="020B0503020204020204" charset="-122"/>
                <a:ea typeface="微软雅黑" panose="020B0503020204020204" charset="-122"/>
                <a:sym typeface="+mn-ea"/>
              </a:rPr>
              <a:t>❖</a:t>
            </a:r>
            <a:r>
              <a:rPr lang="zh-CN" altLang="en-US" sz="900">
                <a:sym typeface="+mn-ea"/>
              </a:rPr>
              <a:t>查阅</a:t>
            </a:r>
            <a:r>
              <a:rPr lang="zh-CN" altLang="en-US" sz="900">
                <a:sym typeface="+mn-ea"/>
              </a:rPr>
              <a:t>文献</a:t>
            </a:r>
            <a:endParaRPr lang="zh-CN" altLang="en-US" sz="900">
              <a:sym typeface="+mn-ea"/>
            </a:endParaRPr>
          </a:p>
        </p:txBody>
      </p:sp>
      <p:sp>
        <p:nvSpPr>
          <p:cNvPr id="98" name="文本框 97"/>
          <p:cNvSpPr txBox="1"/>
          <p:nvPr/>
        </p:nvSpPr>
        <p:spPr>
          <a:xfrm>
            <a:off x="4142105" y="3314065"/>
            <a:ext cx="3753485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900">
                <a:latin typeface="微软雅黑" panose="020B0503020204020204" charset="-122"/>
                <a:ea typeface="微软雅黑" panose="020B0503020204020204" charset="-122"/>
                <a:sym typeface="+mn-ea"/>
              </a:rPr>
              <a:t>❖</a:t>
            </a:r>
            <a:r>
              <a:rPr lang="zh-CN" altLang="en-US" sz="900">
                <a:sym typeface="+mn-ea"/>
              </a:rPr>
              <a:t>调用子代理：数据复核</a:t>
            </a:r>
            <a:r>
              <a:rPr lang="zh-CN" altLang="en-US" sz="900">
                <a:sym typeface="+mn-ea"/>
              </a:rPr>
              <a:t>员</a:t>
            </a:r>
            <a:endParaRPr lang="zh-CN" altLang="en-US" sz="900">
              <a:sym typeface="+mn-ea"/>
            </a:endParaRPr>
          </a:p>
        </p:txBody>
      </p:sp>
      <p:sp>
        <p:nvSpPr>
          <p:cNvPr id="99" name="文本框 98"/>
          <p:cNvSpPr txBox="1"/>
          <p:nvPr/>
        </p:nvSpPr>
        <p:spPr>
          <a:xfrm>
            <a:off x="4142105" y="3543935"/>
            <a:ext cx="3753485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900">
                <a:latin typeface="微软雅黑" panose="020B0503020204020204" charset="-122"/>
                <a:ea typeface="微软雅黑" panose="020B0503020204020204" charset="-122"/>
                <a:sym typeface="+mn-ea"/>
              </a:rPr>
              <a:t>❖</a:t>
            </a:r>
            <a:r>
              <a:rPr lang="zh-CN" altLang="en-US" sz="900">
                <a:sym typeface="+mn-ea"/>
              </a:rPr>
              <a:t>调用工具：</a:t>
            </a:r>
            <a:r>
              <a:rPr lang="en-US" altLang="zh-CN" sz="900">
                <a:sym typeface="+mn-ea"/>
              </a:rPr>
              <a:t>python</a:t>
            </a:r>
            <a:endParaRPr lang="en-US" altLang="zh-CN" sz="900">
              <a:sym typeface="+mn-ea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9335770" y="965835"/>
            <a:ext cx="2614930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r"/>
            <a:r>
              <a:rPr lang="zh-CN" altLang="en-US" sz="900">
                <a:sym typeface="+mn-ea"/>
              </a:rPr>
              <a:t>⚪</a:t>
            </a:r>
            <a:r>
              <a:rPr lang="en-US" altLang="zh-CN" sz="900">
                <a:sym typeface="+mn-ea"/>
              </a:rPr>
              <a:t> </a:t>
            </a:r>
            <a:r>
              <a:rPr lang="en-US" sz="900">
                <a:sym typeface="+mn-ea"/>
              </a:rPr>
              <a:t>U</a:t>
            </a:r>
            <a:r>
              <a:rPr lang="en-US" sz="900">
                <a:sym typeface="+mn-ea"/>
              </a:rPr>
              <a:t>serName</a:t>
            </a:r>
            <a:endParaRPr lang="en-US" sz="900">
              <a:sym typeface="+mn-ea"/>
            </a:endParaRPr>
          </a:p>
        </p:txBody>
      </p:sp>
      <p:sp>
        <p:nvSpPr>
          <p:cNvPr id="101" name="文本框 100"/>
          <p:cNvSpPr txBox="1"/>
          <p:nvPr/>
        </p:nvSpPr>
        <p:spPr>
          <a:xfrm>
            <a:off x="9564370" y="1188085"/>
            <a:ext cx="2314575" cy="5448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900">
                <a:sym typeface="+mn-ea"/>
              </a:rPr>
              <a:t>Johnason</a:t>
            </a:r>
            <a:r>
              <a:rPr lang="zh-CN" altLang="en-US" sz="900">
                <a:sym typeface="+mn-ea"/>
              </a:rPr>
              <a:t>说的那个公式到底什么意思，我知道多重插补怎么做，但是</a:t>
            </a:r>
            <a:r>
              <a:rPr lang="en-US" altLang="zh-CN" sz="900">
                <a:sym typeface="+mn-ea"/>
              </a:rPr>
              <a:t>NNM</a:t>
            </a:r>
            <a:r>
              <a:rPr lang="zh-CN" altLang="en-US" sz="900">
                <a:sym typeface="+mn-ea"/>
              </a:rPr>
              <a:t>我不懂，矩阵运算我快忘干净了，还有</a:t>
            </a:r>
            <a:r>
              <a:rPr lang="en-US" altLang="zh-CN" sz="900">
                <a:sym typeface="+mn-ea"/>
              </a:rPr>
              <a:t>marin</a:t>
            </a:r>
            <a:r>
              <a:rPr lang="zh-CN" altLang="en-US" sz="900">
                <a:sym typeface="+mn-ea"/>
              </a:rPr>
              <a:t>针对这个方法的补充也给我</a:t>
            </a:r>
            <a:r>
              <a:rPr lang="zh-CN" altLang="en-US" sz="900">
                <a:sym typeface="+mn-ea"/>
              </a:rPr>
              <a:t>讲讲</a:t>
            </a:r>
            <a:endParaRPr lang="zh-CN" altLang="en-US" sz="900">
              <a:sym typeface="+mn-ea"/>
            </a:endParaRPr>
          </a:p>
        </p:txBody>
      </p:sp>
      <p:sp>
        <p:nvSpPr>
          <p:cNvPr id="102" name="文本框 101"/>
          <p:cNvSpPr txBox="1"/>
          <p:nvPr/>
        </p:nvSpPr>
        <p:spPr>
          <a:xfrm>
            <a:off x="8879205" y="1887855"/>
            <a:ext cx="2614930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900">
                <a:sym typeface="+mn-ea"/>
              </a:rPr>
              <a:t>⚪</a:t>
            </a:r>
            <a:r>
              <a:rPr lang="en-US" altLang="zh-CN" sz="900">
                <a:sym typeface="+mn-ea"/>
              </a:rPr>
              <a:t> C</a:t>
            </a:r>
            <a:r>
              <a:rPr lang="en-US" altLang="zh-CN" sz="900">
                <a:sym typeface="+mn-ea"/>
              </a:rPr>
              <a:t>orebin</a:t>
            </a:r>
            <a:endParaRPr lang="en-US" altLang="zh-CN" sz="900">
              <a:sym typeface="+mn-ea"/>
            </a:endParaRPr>
          </a:p>
        </p:txBody>
      </p:sp>
      <p:sp>
        <p:nvSpPr>
          <p:cNvPr id="103" name="文本框 102"/>
          <p:cNvSpPr txBox="1"/>
          <p:nvPr/>
        </p:nvSpPr>
        <p:spPr>
          <a:xfrm>
            <a:off x="8879205" y="2117725"/>
            <a:ext cx="2576195" cy="5448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900">
                <a:sym typeface="+mn-ea"/>
              </a:rPr>
              <a:t>让我先查一下</a:t>
            </a:r>
            <a:r>
              <a:rPr lang="en-US" altLang="zh-CN" sz="900">
                <a:sym typeface="+mn-ea"/>
              </a:rPr>
              <a:t>Johnason</a:t>
            </a:r>
            <a:r>
              <a:rPr lang="zh-CN" altLang="en-US" sz="900">
                <a:sym typeface="+mn-ea"/>
              </a:rPr>
              <a:t>提到的公式，以及他所查到的文献，然后我复核他所使用的运算脚本，以及</a:t>
            </a:r>
            <a:r>
              <a:rPr lang="en-US" altLang="zh-CN" sz="900">
                <a:sym typeface="+mn-ea"/>
              </a:rPr>
              <a:t>Marin</a:t>
            </a:r>
            <a:r>
              <a:rPr lang="zh-CN" altLang="en-US" sz="900">
                <a:sym typeface="+mn-ea"/>
              </a:rPr>
              <a:t>的补充，然后给用户</a:t>
            </a:r>
            <a:r>
              <a:rPr lang="zh-CN" altLang="en-US" sz="900">
                <a:sym typeface="+mn-ea"/>
              </a:rPr>
              <a:t>解答：</a:t>
            </a:r>
            <a:endParaRPr lang="zh-CN" altLang="en-US" sz="900">
              <a:sym typeface="+mn-ea"/>
            </a:endParaRPr>
          </a:p>
        </p:txBody>
      </p:sp>
      <p:sp>
        <p:nvSpPr>
          <p:cNvPr id="104" name="文本框 103"/>
          <p:cNvSpPr txBox="1"/>
          <p:nvPr/>
        </p:nvSpPr>
        <p:spPr>
          <a:xfrm>
            <a:off x="8869045" y="2614930"/>
            <a:ext cx="2586990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900">
                <a:latin typeface="微软雅黑" panose="020B0503020204020204" charset="-122"/>
                <a:ea typeface="微软雅黑" panose="020B0503020204020204" charset="-122"/>
                <a:sym typeface="+mn-ea"/>
              </a:rPr>
              <a:t>❖已</a:t>
            </a:r>
            <a:r>
              <a:rPr lang="zh-CN" altLang="en-US" sz="900">
                <a:sym typeface="+mn-ea"/>
              </a:rPr>
              <a:t>查看</a:t>
            </a:r>
            <a:r>
              <a:rPr lang="en-US" altLang="zh-CN" sz="900">
                <a:sym typeface="+mn-ea"/>
              </a:rPr>
              <a:t>Johanson</a:t>
            </a:r>
            <a:r>
              <a:rPr lang="zh-CN" altLang="en-US" sz="900">
                <a:sym typeface="+mn-ea"/>
              </a:rPr>
              <a:t>的公式和</a:t>
            </a:r>
            <a:r>
              <a:rPr lang="zh-CN" altLang="en-US" sz="900">
                <a:sym typeface="+mn-ea"/>
              </a:rPr>
              <a:t>算法</a:t>
            </a:r>
            <a:endParaRPr lang="zh-CN" altLang="en-US" sz="900">
              <a:sym typeface="+mn-ea"/>
            </a:endParaRPr>
          </a:p>
        </p:txBody>
      </p:sp>
      <p:sp>
        <p:nvSpPr>
          <p:cNvPr id="107" name="文本框 106"/>
          <p:cNvSpPr txBox="1"/>
          <p:nvPr/>
        </p:nvSpPr>
        <p:spPr>
          <a:xfrm>
            <a:off x="8868410" y="2844800"/>
            <a:ext cx="2586990" cy="5200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900">
                <a:latin typeface="微软雅黑" panose="020B0503020204020204" charset="-122"/>
                <a:ea typeface="微软雅黑" panose="020B0503020204020204" charset="-122"/>
                <a:sym typeface="+mn-ea"/>
              </a:rPr>
              <a:t>我已经知道了</a:t>
            </a:r>
            <a:r>
              <a:rPr lang="en-US" altLang="zh-CN" sz="900">
                <a:latin typeface="微软雅黑" panose="020B0503020204020204" charset="-122"/>
                <a:ea typeface="微软雅黑" panose="020B0503020204020204" charset="-122"/>
                <a:sym typeface="+mn-ea"/>
              </a:rPr>
              <a:t>Johnason</a:t>
            </a:r>
            <a:r>
              <a:rPr lang="zh-CN" altLang="en-US" sz="900">
                <a:latin typeface="微软雅黑" panose="020B0503020204020204" charset="-122"/>
                <a:ea typeface="微软雅黑" panose="020B0503020204020204" charset="-122"/>
                <a:sym typeface="+mn-ea"/>
              </a:rPr>
              <a:t>提到的核范数</a:t>
            </a:r>
            <a:r>
              <a:rPr lang="zh-CN" altLang="en-US" sz="900"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方法，现在让我运行一次</a:t>
            </a:r>
            <a:r>
              <a:rPr lang="en-US" altLang="zh-CN" sz="900">
                <a:latin typeface="微软雅黑" panose="020B0503020204020204" charset="-122"/>
                <a:ea typeface="微软雅黑" panose="020B0503020204020204" charset="-122"/>
                <a:sym typeface="+mn-ea"/>
              </a:rPr>
              <a:t>python</a:t>
            </a:r>
            <a:r>
              <a:rPr lang="zh-CN" altLang="en-US" sz="900">
                <a:latin typeface="微软雅黑" panose="020B0503020204020204" charset="-122"/>
                <a:ea typeface="微软雅黑" panose="020B0503020204020204" charset="-122"/>
                <a:sym typeface="+mn-ea"/>
              </a:rPr>
              <a:t>脚本算法，然后根据</a:t>
            </a:r>
            <a:r>
              <a:rPr lang="en-US" altLang="zh-CN" sz="900">
                <a:latin typeface="微软雅黑" panose="020B0503020204020204" charset="-122"/>
                <a:ea typeface="微软雅黑" panose="020B0503020204020204" charset="-122"/>
                <a:sym typeface="+mn-ea"/>
              </a:rPr>
              <a:t>Marin</a:t>
            </a:r>
            <a:r>
              <a:rPr lang="zh-CN" altLang="en-US" sz="900">
                <a:latin typeface="微软雅黑" panose="020B0503020204020204" charset="-122"/>
                <a:ea typeface="微软雅黑" panose="020B0503020204020204" charset="-122"/>
                <a:sym typeface="+mn-ea"/>
              </a:rPr>
              <a:t>对</a:t>
            </a:r>
            <a:r>
              <a:rPr lang="en-US" altLang="zh-CN" sz="900">
                <a:latin typeface="微软雅黑" panose="020B0503020204020204" charset="-122"/>
                <a:ea typeface="微软雅黑" panose="020B0503020204020204" charset="-122"/>
                <a:sym typeface="+mn-ea"/>
              </a:rPr>
              <a:t>NNM</a:t>
            </a:r>
            <a:r>
              <a:rPr lang="zh-CN" altLang="en-US" sz="900">
                <a:latin typeface="微软雅黑" panose="020B0503020204020204" charset="-122"/>
                <a:ea typeface="微软雅黑" panose="020B0503020204020204" charset="-122"/>
                <a:sym typeface="+mn-ea"/>
              </a:rPr>
              <a:t>的插补效果指标的建议给用户</a:t>
            </a:r>
            <a:r>
              <a:rPr lang="zh-CN" altLang="en-US" sz="900">
                <a:latin typeface="微软雅黑" panose="020B0503020204020204" charset="-122"/>
                <a:ea typeface="微软雅黑" panose="020B0503020204020204" charset="-122"/>
                <a:sym typeface="+mn-ea"/>
              </a:rPr>
              <a:t>答案：</a:t>
            </a:r>
            <a:endParaRPr lang="zh-CN" altLang="en-US" sz="90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08" name="文本框 107"/>
          <p:cNvSpPr txBox="1"/>
          <p:nvPr/>
        </p:nvSpPr>
        <p:spPr>
          <a:xfrm>
            <a:off x="8868410" y="3504565"/>
            <a:ext cx="2586990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900">
                <a:latin typeface="微软雅黑" panose="020B0503020204020204" charset="-122"/>
                <a:ea typeface="微软雅黑" panose="020B0503020204020204" charset="-122"/>
                <a:sym typeface="+mn-ea"/>
              </a:rPr>
              <a:t>❖调用工具：</a:t>
            </a:r>
            <a:r>
              <a:rPr lang="en-US" altLang="zh-CN" sz="900">
                <a:latin typeface="微软雅黑" panose="020B0503020204020204" charset="-122"/>
                <a:ea typeface="微软雅黑" panose="020B0503020204020204" charset="-122"/>
                <a:sym typeface="+mn-ea"/>
              </a:rPr>
              <a:t>python</a:t>
            </a:r>
            <a:endParaRPr lang="en-US" altLang="zh-CN" sz="90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149860" y="6195695"/>
            <a:ext cx="247650" cy="247650"/>
            <a:chOff x="324" y="1671"/>
            <a:chExt cx="390" cy="390"/>
          </a:xfrm>
        </p:grpSpPr>
        <p:sp>
          <p:nvSpPr>
            <p:cNvPr id="3" name="任意多边形 2"/>
            <p:cNvSpPr/>
            <p:nvPr/>
          </p:nvSpPr>
          <p:spPr>
            <a:xfrm>
              <a:off x="412" y="1743"/>
              <a:ext cx="226" cy="226"/>
            </a:xfrm>
            <a:custGeom>
              <a:avLst/>
              <a:gdLst>
                <a:gd name="connisteX0" fmla="*/ 91686 w 143950"/>
                <a:gd name="connsiteY0" fmla="*/ 69729 h 143946"/>
                <a:gd name="connisteX1" fmla="*/ 105195 w 143950"/>
                <a:gd name="connsiteY1" fmla="*/ 66436 h 143946"/>
                <a:gd name="connisteX2" fmla="*/ 143950 w 143950"/>
                <a:gd name="connsiteY2" fmla="*/ 105191 h 143946"/>
                <a:gd name="connisteX3" fmla="*/ 143950 w 143950"/>
                <a:gd name="connsiteY3" fmla="*/ 127337 h 143946"/>
                <a:gd name="connisteX4" fmla="*/ 138413 w 143950"/>
                <a:gd name="connsiteY4" fmla="*/ 132873 h 143946"/>
                <a:gd name="connisteX5" fmla="*/ 105195 w 143950"/>
                <a:gd name="connsiteY5" fmla="*/ 132873 h 143946"/>
                <a:gd name="connisteX6" fmla="*/ 66436 w 143950"/>
                <a:gd name="connsiteY6" fmla="*/ 22145 h 143946"/>
                <a:gd name="connisteX7" fmla="*/ 44291 w 143950"/>
                <a:gd name="connsiteY7" fmla="*/ 44291 h 143946"/>
                <a:gd name="connisteX8" fmla="*/ 22145 w 143950"/>
                <a:gd name="connsiteY8" fmla="*/ 22145 h 143946"/>
                <a:gd name="connisteX9" fmla="*/ 44291 w 143950"/>
                <a:gd name="connsiteY9" fmla="*/ 0 h 143946"/>
                <a:gd name="connisteX10" fmla="*/ 66436 w 143950"/>
                <a:gd name="connsiteY10" fmla="*/ 22145 h 143946"/>
                <a:gd name="connisteX11" fmla="*/ 88582 w 143950"/>
                <a:gd name="connsiteY11" fmla="*/ 110728 h 143946"/>
                <a:gd name="connisteX12" fmla="*/ 88582 w 143950"/>
                <a:gd name="connsiteY12" fmla="*/ 138410 h 143946"/>
                <a:gd name="connisteX13" fmla="*/ 83046 w 143950"/>
                <a:gd name="connsiteY13" fmla="*/ 143946 h 143946"/>
                <a:gd name="connisteX14" fmla="*/ 5536 w 143950"/>
                <a:gd name="connsiteY14" fmla="*/ 143946 h 143946"/>
                <a:gd name="connisteX15" fmla="*/ 0 w 143950"/>
                <a:gd name="connsiteY15" fmla="*/ 138410 h 143946"/>
                <a:gd name="connisteX16" fmla="*/ 0 w 143950"/>
                <a:gd name="connsiteY16" fmla="*/ 110728 h 143946"/>
                <a:gd name="connisteX17" fmla="*/ 44291 w 143950"/>
                <a:gd name="connsiteY17" fmla="*/ 66436 h 143946"/>
                <a:gd name="connisteX18" fmla="*/ 88582 w 143950"/>
                <a:gd name="connsiteY18" fmla="*/ 110728 h 143946"/>
                <a:gd name="connisteX19" fmla="*/ 121806 w 143950"/>
                <a:gd name="connsiteY19" fmla="*/ 27682 h 143946"/>
                <a:gd name="connisteX20" fmla="*/ 105197 w 143950"/>
                <a:gd name="connsiteY20" fmla="*/ 44291 h 143946"/>
                <a:gd name="connisteX21" fmla="*/ 88588 w 143950"/>
                <a:gd name="connsiteY21" fmla="*/ 27682 h 143946"/>
                <a:gd name="connisteX22" fmla="*/ 105197 w 143950"/>
                <a:gd name="connsiteY22" fmla="*/ 11072 h 143946"/>
                <a:gd name="connisteX23" fmla="*/ 121806 w 143950"/>
                <a:gd name="connsiteY23" fmla="*/ 27682 h 143946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  <a:cxn ang="0">
                  <a:pos x="connisteX9" y="connsiteY9"/>
                </a:cxn>
                <a:cxn ang="0">
                  <a:pos x="connisteX10" y="connsiteY10"/>
                </a:cxn>
                <a:cxn ang="0">
                  <a:pos x="connisteX11" y="connsiteY11"/>
                </a:cxn>
                <a:cxn ang="0">
                  <a:pos x="connisteX12" y="connsiteY12"/>
                </a:cxn>
                <a:cxn ang="0">
                  <a:pos x="connisteX13" y="connsiteY13"/>
                </a:cxn>
                <a:cxn ang="0">
                  <a:pos x="connisteX14" y="connsiteY14"/>
                </a:cxn>
                <a:cxn ang="0">
                  <a:pos x="connisteX15" y="connsiteY15"/>
                </a:cxn>
                <a:cxn ang="0">
                  <a:pos x="connisteX16" y="connsiteY16"/>
                </a:cxn>
                <a:cxn ang="0">
                  <a:pos x="connisteX17" y="connsiteY17"/>
                </a:cxn>
                <a:cxn ang="0">
                  <a:pos x="connisteX18" y="connsiteY18"/>
                </a:cxn>
                <a:cxn ang="0">
                  <a:pos x="connisteX19" y="connsiteY19"/>
                </a:cxn>
                <a:cxn ang="0">
                  <a:pos x="connisteX20" y="connsiteY20"/>
                </a:cxn>
                <a:cxn ang="0">
                  <a:pos x="connisteX21" y="connsiteY21"/>
                </a:cxn>
                <a:cxn ang="0">
                  <a:pos x="connisteX22" y="connsiteY22"/>
                </a:cxn>
                <a:cxn ang="0">
                  <a:pos x="connisteX23" y="connsiteY23"/>
                </a:cxn>
              </a:cxnLst>
              <a:rect l="l" t="t" r="r" b="b"/>
              <a:pathLst>
                <a:path w="143950" h="143947">
                  <a:moveTo>
                    <a:pt x="91686" y="69729"/>
                  </a:moveTo>
                  <a:cubicBezTo>
                    <a:pt x="95330" y="67951"/>
                    <a:pt x="99250" y="66437"/>
                    <a:pt x="105195" y="66437"/>
                  </a:cubicBezTo>
                  <a:cubicBezTo>
                    <a:pt x="126599" y="66437"/>
                    <a:pt x="143950" y="83788"/>
                    <a:pt x="143950" y="105192"/>
                  </a:cubicBezTo>
                  <a:lnTo>
                    <a:pt x="143950" y="127337"/>
                  </a:lnTo>
                  <a:cubicBezTo>
                    <a:pt x="143950" y="130395"/>
                    <a:pt x="141472" y="132874"/>
                    <a:pt x="138414" y="132874"/>
                  </a:cubicBezTo>
                  <a:cubicBezTo>
                    <a:pt x="123810" y="132874"/>
                    <a:pt x="117396" y="132874"/>
                    <a:pt x="105195" y="132874"/>
                  </a:cubicBezTo>
                  <a:moveTo>
                    <a:pt x="66437" y="22146"/>
                  </a:moveTo>
                  <a:cubicBezTo>
                    <a:pt x="66437" y="34376"/>
                    <a:pt x="56522" y="44291"/>
                    <a:pt x="44291" y="44291"/>
                  </a:cubicBezTo>
                  <a:cubicBezTo>
                    <a:pt x="32060" y="44291"/>
                    <a:pt x="22146" y="34376"/>
                    <a:pt x="22146" y="22146"/>
                  </a:cubicBezTo>
                  <a:cubicBezTo>
                    <a:pt x="22146" y="9915"/>
                    <a:pt x="32060" y="0"/>
                    <a:pt x="44291" y="0"/>
                  </a:cubicBezTo>
                  <a:cubicBezTo>
                    <a:pt x="56522" y="0"/>
                    <a:pt x="66437" y="9915"/>
                    <a:pt x="66437" y="22146"/>
                  </a:cubicBezTo>
                  <a:moveTo>
                    <a:pt x="88583" y="110728"/>
                  </a:moveTo>
                  <a:lnTo>
                    <a:pt x="88583" y="138410"/>
                  </a:lnTo>
                  <a:cubicBezTo>
                    <a:pt x="88583" y="141468"/>
                    <a:pt x="86104" y="143947"/>
                    <a:pt x="83046" y="143947"/>
                  </a:cubicBezTo>
                  <a:lnTo>
                    <a:pt x="5536" y="143947"/>
                  </a:lnTo>
                  <a:cubicBezTo>
                    <a:pt x="2479" y="143947"/>
                    <a:pt x="0" y="141468"/>
                    <a:pt x="0" y="138410"/>
                  </a:cubicBezTo>
                  <a:lnTo>
                    <a:pt x="0" y="110728"/>
                  </a:lnTo>
                  <a:cubicBezTo>
                    <a:pt x="0" y="86267"/>
                    <a:pt x="19830" y="66437"/>
                    <a:pt x="44291" y="66437"/>
                  </a:cubicBezTo>
                  <a:cubicBezTo>
                    <a:pt x="68753" y="66437"/>
                    <a:pt x="88583" y="86267"/>
                    <a:pt x="88583" y="110728"/>
                  </a:cubicBezTo>
                  <a:moveTo>
                    <a:pt x="121806" y="27682"/>
                  </a:moveTo>
                  <a:cubicBezTo>
                    <a:pt x="121806" y="36855"/>
                    <a:pt x="114370" y="44291"/>
                    <a:pt x="105197" y="44291"/>
                  </a:cubicBezTo>
                  <a:cubicBezTo>
                    <a:pt x="96024" y="44291"/>
                    <a:pt x="88588" y="36855"/>
                    <a:pt x="88588" y="27682"/>
                  </a:cubicBezTo>
                  <a:cubicBezTo>
                    <a:pt x="88588" y="18509"/>
                    <a:pt x="96024" y="11073"/>
                    <a:pt x="105197" y="11073"/>
                  </a:cubicBezTo>
                  <a:cubicBezTo>
                    <a:pt x="114370" y="11073"/>
                    <a:pt x="121806" y="18509"/>
                    <a:pt x="121806" y="27682"/>
                  </a:cubicBezTo>
                </a:path>
              </a:pathLst>
            </a:custGeom>
            <a:noFill/>
            <a:ln w="11073" cap="rnd">
              <a:solidFill>
                <a:srgbClr val="333333"/>
              </a:solidFill>
              <a:round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" name="椭圆 3"/>
            <p:cNvSpPr/>
            <p:nvPr/>
          </p:nvSpPr>
          <p:spPr>
            <a:xfrm>
              <a:off x="324" y="1671"/>
              <a:ext cx="390" cy="39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14" name="矩形 13"/>
          <p:cNvSpPr/>
          <p:nvPr/>
        </p:nvSpPr>
        <p:spPr>
          <a:xfrm>
            <a:off x="106045" y="1124585"/>
            <a:ext cx="2211705" cy="499745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106045" y="1177290"/>
            <a:ext cx="2614930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900">
                <a:sym typeface="+mn-ea"/>
              </a:rPr>
              <a:t>最近的项目和</a:t>
            </a:r>
            <a:r>
              <a:rPr lang="zh-CN" altLang="en-US" sz="900">
                <a:sym typeface="+mn-ea"/>
              </a:rPr>
              <a:t>对话</a:t>
            </a:r>
            <a:endParaRPr lang="zh-CN" altLang="en-US" sz="900">
              <a:sym typeface="+mn-ea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48895" y="1407160"/>
            <a:ext cx="2269490" cy="2349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900"/>
              <a:t>⚪</a:t>
            </a:r>
            <a:r>
              <a:rPr lang="en-US" altLang="zh-CN" sz="900"/>
              <a:t> sciencescope_t…</a:t>
            </a:r>
            <a:endParaRPr lang="zh-CN" altLang="en-US" sz="900"/>
          </a:p>
        </p:txBody>
      </p:sp>
      <p:sp>
        <p:nvSpPr>
          <p:cNvPr id="22" name="文本框 21"/>
          <p:cNvSpPr txBox="1"/>
          <p:nvPr/>
        </p:nvSpPr>
        <p:spPr>
          <a:xfrm>
            <a:off x="48895" y="1642110"/>
            <a:ext cx="2269490" cy="2247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900"/>
              <a:t>⚪</a:t>
            </a:r>
            <a:r>
              <a:rPr lang="en-US" altLang="zh-CN" sz="900"/>
              <a:t> sciencescope_t</a:t>
            </a:r>
            <a:r>
              <a:rPr lang="en-US" altLang="zh-CN" sz="900">
                <a:sym typeface="+mn-ea"/>
              </a:rPr>
              <a:t>…</a:t>
            </a:r>
            <a:endParaRPr lang="zh-CN" altLang="en-US" sz="900"/>
          </a:p>
        </p:txBody>
      </p:sp>
      <p:sp>
        <p:nvSpPr>
          <p:cNvPr id="23" name="文本框 22"/>
          <p:cNvSpPr txBox="1"/>
          <p:nvPr/>
        </p:nvSpPr>
        <p:spPr>
          <a:xfrm>
            <a:off x="48895" y="1866900"/>
            <a:ext cx="3993515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900"/>
              <a:t>⚪</a:t>
            </a:r>
            <a:r>
              <a:rPr lang="en-US" altLang="zh-CN" sz="900"/>
              <a:t> sciencescope_t</a:t>
            </a:r>
            <a:r>
              <a:rPr lang="en-US" altLang="zh-CN" sz="900">
                <a:sym typeface="+mn-ea"/>
              </a:rPr>
              <a:t>…</a:t>
            </a:r>
            <a:endParaRPr lang="zh-CN" altLang="en-US" sz="900"/>
          </a:p>
        </p:txBody>
      </p:sp>
      <p:sp>
        <p:nvSpPr>
          <p:cNvPr id="54" name="文本框 53"/>
          <p:cNvSpPr txBox="1"/>
          <p:nvPr/>
        </p:nvSpPr>
        <p:spPr>
          <a:xfrm>
            <a:off x="1149350" y="1407160"/>
            <a:ext cx="1168400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r"/>
            <a:r>
              <a:rPr lang="en-US" altLang="zh-CN" sz="900"/>
              <a:t>58</a:t>
            </a:r>
            <a:r>
              <a:rPr lang="zh-CN" altLang="en-US" sz="900"/>
              <a:t>秒前</a:t>
            </a:r>
            <a:endParaRPr lang="zh-CN" altLang="en-US" sz="900"/>
          </a:p>
        </p:txBody>
      </p:sp>
      <p:sp>
        <p:nvSpPr>
          <p:cNvPr id="55" name="文本框 54"/>
          <p:cNvSpPr txBox="1"/>
          <p:nvPr/>
        </p:nvSpPr>
        <p:spPr>
          <a:xfrm>
            <a:off x="1149350" y="1637030"/>
            <a:ext cx="1168400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r"/>
            <a:r>
              <a:rPr lang="en-US" sz="900"/>
              <a:t>2</a:t>
            </a:r>
            <a:r>
              <a:rPr lang="zh-CN" altLang="en-US" sz="900"/>
              <a:t>小时</a:t>
            </a:r>
            <a:r>
              <a:rPr lang="en-US" altLang="zh-CN" sz="900"/>
              <a:t>32</a:t>
            </a:r>
            <a:r>
              <a:rPr lang="zh-CN" altLang="en-US" sz="900"/>
              <a:t>分钟</a:t>
            </a:r>
            <a:r>
              <a:rPr lang="zh-CN" altLang="en-US" sz="900"/>
              <a:t>前</a:t>
            </a:r>
            <a:endParaRPr lang="zh-CN" altLang="en-US" sz="900"/>
          </a:p>
        </p:txBody>
      </p:sp>
      <p:sp>
        <p:nvSpPr>
          <p:cNvPr id="56" name="文本框 55"/>
          <p:cNvSpPr txBox="1"/>
          <p:nvPr/>
        </p:nvSpPr>
        <p:spPr>
          <a:xfrm>
            <a:off x="1149350" y="1866900"/>
            <a:ext cx="1168400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r"/>
            <a:r>
              <a:rPr lang="en-US" sz="900"/>
              <a:t>9</a:t>
            </a:r>
            <a:r>
              <a:rPr lang="zh-CN" altLang="en-US" sz="900"/>
              <a:t>天</a:t>
            </a:r>
            <a:r>
              <a:rPr lang="zh-CN" altLang="en-US" sz="900"/>
              <a:t>前</a:t>
            </a:r>
            <a:endParaRPr lang="zh-CN" altLang="en-US" sz="900"/>
          </a:p>
        </p:txBody>
      </p:sp>
      <p:grpSp>
        <p:nvGrpSpPr>
          <p:cNvPr id="57" name="组合 56"/>
          <p:cNvGrpSpPr/>
          <p:nvPr/>
        </p:nvGrpSpPr>
        <p:grpSpPr>
          <a:xfrm>
            <a:off x="149860" y="5281930"/>
            <a:ext cx="2113280" cy="855345"/>
            <a:chOff x="6851" y="8855"/>
            <a:chExt cx="9044" cy="1347"/>
          </a:xfrm>
        </p:grpSpPr>
        <p:sp>
          <p:nvSpPr>
            <p:cNvPr id="68" name="矩形 67"/>
            <p:cNvSpPr/>
            <p:nvPr/>
          </p:nvSpPr>
          <p:spPr>
            <a:xfrm>
              <a:off x="6851" y="8884"/>
              <a:ext cx="9043" cy="117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6" name="文本框 105"/>
            <p:cNvSpPr txBox="1"/>
            <p:nvPr/>
          </p:nvSpPr>
          <p:spPr>
            <a:xfrm>
              <a:off x="6851" y="9664"/>
              <a:ext cx="4995" cy="53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en-US" altLang="zh-CN" sz="900"/>
                <a:t>+    ( ! )</a:t>
              </a:r>
              <a:endParaRPr lang="zh-CN" altLang="en-US" sz="900"/>
            </a:p>
          </p:txBody>
        </p:sp>
        <p:sp>
          <p:nvSpPr>
            <p:cNvPr id="109" name="文本框 108"/>
            <p:cNvSpPr txBox="1"/>
            <p:nvPr/>
          </p:nvSpPr>
          <p:spPr>
            <a:xfrm>
              <a:off x="8699" y="9665"/>
              <a:ext cx="7196" cy="39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r"/>
              <a:r>
                <a:rPr lang="zh-CN" altLang="en-US" sz="900"/>
                <a:t>⚪</a:t>
              </a:r>
              <a:r>
                <a:rPr lang="en-US" altLang="zh-CN" sz="900"/>
                <a:t>GPT-6-Astra</a:t>
              </a:r>
              <a:r>
                <a:rPr lang="zh-CN" altLang="en-US" sz="900"/>
                <a:t>⬇</a:t>
              </a:r>
              <a:r>
                <a:rPr lang="en-US" altLang="zh-CN" sz="900"/>
                <a:t>max    </a:t>
              </a:r>
              <a:r>
                <a:rPr lang="zh-CN" altLang="en-US" sz="900"/>
                <a:t>⬆</a:t>
              </a:r>
              <a:endParaRPr lang="zh-CN" altLang="en-US" sz="900"/>
            </a:p>
          </p:txBody>
        </p:sp>
        <p:cxnSp>
          <p:nvCxnSpPr>
            <p:cNvPr id="110" name="直接连接符 109"/>
            <p:cNvCxnSpPr/>
            <p:nvPr/>
          </p:nvCxnSpPr>
          <p:spPr>
            <a:xfrm>
              <a:off x="6851" y="9665"/>
              <a:ext cx="9044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11" name="文本框 110"/>
            <p:cNvSpPr txBox="1"/>
            <p:nvPr/>
          </p:nvSpPr>
          <p:spPr>
            <a:xfrm>
              <a:off x="6851" y="8855"/>
              <a:ext cx="5927" cy="563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zh-CN" altLang="en-US" sz="900"/>
                <a:t>输入并发送</a:t>
              </a:r>
              <a:r>
                <a:rPr lang="zh-CN" altLang="en-US" sz="900"/>
                <a:t>以开始</a:t>
              </a:r>
              <a:endParaRPr lang="zh-CN" altLang="en-US" sz="900"/>
            </a:p>
          </p:txBody>
        </p:sp>
      </p:grpSp>
      <p:pic>
        <p:nvPicPr>
          <p:cNvPr id="112" name="图片 111"/>
          <p:cNvPicPr>
            <a:picLocks noChangeAspect="1"/>
          </p:cNvPicPr>
          <p:nvPr/>
        </p:nvPicPr>
        <p:blipFill>
          <a:blip r:embed="rId1">
            <a:alphaModFix amt="20000"/>
          </a:blip>
          <a:srcRect l="30500" t="22259" r="29231" b="37028"/>
          <a:stretch>
            <a:fillRect/>
          </a:stretch>
        </p:blipFill>
        <p:spPr>
          <a:xfrm>
            <a:off x="937260" y="3189605"/>
            <a:ext cx="538480" cy="544830"/>
          </a:xfrm>
          <a:prstGeom prst="rect">
            <a:avLst/>
          </a:prstGeom>
        </p:spPr>
      </p:pic>
      <p:sp>
        <p:nvSpPr>
          <p:cNvPr id="114" name="文本框 113"/>
          <p:cNvSpPr txBox="1"/>
          <p:nvPr/>
        </p:nvSpPr>
        <p:spPr>
          <a:xfrm>
            <a:off x="106045" y="3887470"/>
            <a:ext cx="2211705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900"/>
              <a:t>UserName</a:t>
            </a:r>
            <a:r>
              <a:rPr lang="zh-CN" altLang="en-US" sz="900"/>
              <a:t>，继续吧，我准备</a:t>
            </a:r>
            <a:r>
              <a:rPr lang="zh-CN" altLang="en-US" sz="900"/>
              <a:t>好了</a:t>
            </a:r>
            <a:endParaRPr lang="zh-CN" altLang="en-US" sz="900"/>
          </a:p>
        </p:txBody>
      </p:sp>
      <p:sp>
        <p:nvSpPr>
          <p:cNvPr id="115" name="文本框 114"/>
          <p:cNvSpPr txBox="1"/>
          <p:nvPr/>
        </p:nvSpPr>
        <p:spPr>
          <a:xfrm>
            <a:off x="6433185" y="6155690"/>
            <a:ext cx="2073275" cy="2292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r"/>
            <a:r>
              <a:rPr lang="zh-CN" altLang="en-US" sz="900"/>
              <a:t>⚪</a:t>
            </a:r>
            <a:r>
              <a:rPr lang="en-US" altLang="zh-CN" sz="900"/>
              <a:t>      qwen3.6-max</a:t>
            </a:r>
            <a:r>
              <a:rPr lang="zh-CN" altLang="en-US" sz="900"/>
              <a:t>⬇</a:t>
            </a:r>
            <a:r>
              <a:rPr lang="en-US" altLang="zh-CN" sz="900"/>
              <a:t>high   </a:t>
            </a:r>
            <a:r>
              <a:rPr lang="zh-CN" altLang="en-US" sz="900"/>
              <a:t>⬆</a:t>
            </a:r>
            <a:endParaRPr lang="zh-CN" altLang="en-US" sz="900"/>
          </a:p>
        </p:txBody>
      </p:sp>
      <p:grpSp>
        <p:nvGrpSpPr>
          <p:cNvPr id="137" name="组合 136"/>
          <p:cNvGrpSpPr/>
          <p:nvPr/>
        </p:nvGrpSpPr>
        <p:grpSpPr>
          <a:xfrm>
            <a:off x="5201920" y="4756150"/>
            <a:ext cx="154940" cy="166370"/>
            <a:chOff x="8192" y="7490"/>
            <a:chExt cx="244" cy="262"/>
          </a:xfrm>
        </p:grpSpPr>
        <p:sp>
          <p:nvSpPr>
            <p:cNvPr id="122" name="任意多边形 121"/>
            <p:cNvSpPr/>
            <p:nvPr/>
          </p:nvSpPr>
          <p:spPr>
            <a:xfrm>
              <a:off x="8192" y="7490"/>
              <a:ext cx="244" cy="262"/>
            </a:xfrm>
            <a:custGeom>
              <a:avLst/>
              <a:gdLst>
                <a:gd name="connisteX0" fmla="*/ 98904 w 154814"/>
                <a:gd name="connsiteY0" fmla="*/ 20683 h 166647"/>
                <a:gd name="connisteX1" fmla="*/ 102578 w 154814"/>
                <a:gd name="connsiteY1" fmla="*/ 24362 h 166647"/>
                <a:gd name="connisteX2" fmla="*/ 115833 w 154814"/>
                <a:gd name="connsiteY2" fmla="*/ 32018 h 166647"/>
                <a:gd name="connisteX3" fmla="*/ 120851 w 154814"/>
                <a:gd name="connsiteY3" fmla="*/ 33360 h 166647"/>
                <a:gd name="connisteX4" fmla="*/ 138586 w 154814"/>
                <a:gd name="connsiteY4" fmla="*/ 30812 h 166647"/>
                <a:gd name="connisteX5" fmla="*/ 145048 w 154814"/>
                <a:gd name="connsiteY5" fmla="*/ 33952 h 166647"/>
                <a:gd name="connisteX6" fmla="*/ 153955 w 154814"/>
                <a:gd name="connsiteY6" fmla="*/ 49383 h 166647"/>
                <a:gd name="connisteX7" fmla="*/ 153441 w 154814"/>
                <a:gd name="connsiteY7" fmla="*/ 56551 h 166647"/>
                <a:gd name="connisteX8" fmla="*/ 142373 w 154814"/>
                <a:gd name="connsiteY8" fmla="*/ 70614 h 166647"/>
                <a:gd name="connisteX9" fmla="*/ 141028 w 154814"/>
                <a:gd name="connsiteY9" fmla="*/ 75628 h 166647"/>
                <a:gd name="connisteX10" fmla="*/ 141503 w 154814"/>
                <a:gd name="connsiteY10" fmla="*/ 83323 h 166647"/>
                <a:gd name="connisteX11" fmla="*/ 141027 w 154814"/>
                <a:gd name="connsiteY11" fmla="*/ 91020 h 166647"/>
                <a:gd name="connisteX12" fmla="*/ 142371 w 154814"/>
                <a:gd name="connsiteY12" fmla="*/ 96033 h 166647"/>
                <a:gd name="connisteX13" fmla="*/ 153443 w 154814"/>
                <a:gd name="connsiteY13" fmla="*/ 110109 h 166647"/>
                <a:gd name="connisteX14" fmla="*/ 153956 w 154814"/>
                <a:gd name="connsiteY14" fmla="*/ 117275 h 166647"/>
                <a:gd name="connisteX15" fmla="*/ 145051 w 154814"/>
                <a:gd name="connsiteY15" fmla="*/ 132703 h 166647"/>
                <a:gd name="connisteX16" fmla="*/ 138581 w 154814"/>
                <a:gd name="connsiteY16" fmla="*/ 135843 h 166647"/>
                <a:gd name="connisteX17" fmla="*/ 120855 w 154814"/>
                <a:gd name="connsiteY17" fmla="*/ 133277 h 166647"/>
                <a:gd name="connisteX18" fmla="*/ 115830 w 154814"/>
                <a:gd name="connsiteY18" fmla="*/ 134619 h 166647"/>
                <a:gd name="connisteX19" fmla="*/ 102578 w 154814"/>
                <a:gd name="connsiteY19" fmla="*/ 142272 h 166647"/>
                <a:gd name="connisteX20" fmla="*/ 98904 w 154814"/>
                <a:gd name="connsiteY20" fmla="*/ 145952 h 166647"/>
                <a:gd name="connisteX21" fmla="*/ 92250 w 154814"/>
                <a:gd name="connsiteY21" fmla="*/ 162615 h 166647"/>
                <a:gd name="connisteX22" fmla="*/ 86298 w 154814"/>
                <a:gd name="connsiteY22" fmla="*/ 166647 h 166647"/>
                <a:gd name="connisteX23" fmla="*/ 68516 w 154814"/>
                <a:gd name="connsiteY23" fmla="*/ 166647 h 166647"/>
                <a:gd name="connisteX24" fmla="*/ 62564 w 154814"/>
                <a:gd name="connsiteY24" fmla="*/ 162617 h 166647"/>
                <a:gd name="connisteX25" fmla="*/ 55898 w 154814"/>
                <a:gd name="connsiteY25" fmla="*/ 145937 h 166647"/>
                <a:gd name="connisteX26" fmla="*/ 52226 w 154814"/>
                <a:gd name="connsiteY26" fmla="*/ 142260 h 166647"/>
                <a:gd name="connisteX27" fmla="*/ 38973 w 154814"/>
                <a:gd name="connsiteY27" fmla="*/ 134619 h 166647"/>
                <a:gd name="connisteX28" fmla="*/ 33946 w 154814"/>
                <a:gd name="connsiteY28" fmla="*/ 133278 h 166647"/>
                <a:gd name="connisteX29" fmla="*/ 16233 w 154814"/>
                <a:gd name="connsiteY29" fmla="*/ 135842 h 166647"/>
                <a:gd name="connisteX30" fmla="*/ 9764 w 154814"/>
                <a:gd name="connsiteY30" fmla="*/ 132703 h 166647"/>
                <a:gd name="connisteX31" fmla="*/ 858 w 154814"/>
                <a:gd name="connsiteY31" fmla="*/ 117274 h 166647"/>
                <a:gd name="connisteX32" fmla="*/ 1370 w 154814"/>
                <a:gd name="connsiteY32" fmla="*/ 110109 h 166647"/>
                <a:gd name="connisteX33" fmla="*/ 12433 w 154814"/>
                <a:gd name="connsiteY33" fmla="*/ 96032 h 166647"/>
                <a:gd name="connisteX34" fmla="*/ 13777 w 154814"/>
                <a:gd name="connsiteY34" fmla="*/ 91021 h 166647"/>
                <a:gd name="connisteX35" fmla="*/ 13312 w 154814"/>
                <a:gd name="connsiteY35" fmla="*/ 83323 h 166647"/>
                <a:gd name="connisteX36" fmla="*/ 13777 w 154814"/>
                <a:gd name="connsiteY36" fmla="*/ 75627 h 166647"/>
                <a:gd name="connisteX37" fmla="*/ 12431 w 154814"/>
                <a:gd name="connsiteY37" fmla="*/ 70614 h 166647"/>
                <a:gd name="connisteX38" fmla="*/ 1372 w 154814"/>
                <a:gd name="connsiteY38" fmla="*/ 56550 h 166647"/>
                <a:gd name="connisteX39" fmla="*/ 859 w 154814"/>
                <a:gd name="connsiteY39" fmla="*/ 49384 h 166647"/>
                <a:gd name="connisteX40" fmla="*/ 9766 w 154814"/>
                <a:gd name="connsiteY40" fmla="*/ 33952 h 166647"/>
                <a:gd name="connisteX41" fmla="*/ 16230 w 154814"/>
                <a:gd name="connsiteY41" fmla="*/ 30812 h 166647"/>
                <a:gd name="connisteX42" fmla="*/ 33950 w 154814"/>
                <a:gd name="connsiteY42" fmla="*/ 33360 h 166647"/>
                <a:gd name="connisteX43" fmla="*/ 38970 w 154814"/>
                <a:gd name="connsiteY43" fmla="*/ 32018 h 166647"/>
                <a:gd name="connisteX44" fmla="*/ 52226 w 154814"/>
                <a:gd name="connsiteY44" fmla="*/ 24374 h 166647"/>
                <a:gd name="connisteX45" fmla="*/ 55898 w 154814"/>
                <a:gd name="connsiteY45" fmla="*/ 20697 h 166647"/>
                <a:gd name="connisteX46" fmla="*/ 62564 w 154814"/>
                <a:gd name="connsiteY46" fmla="*/ 4029 h 166647"/>
                <a:gd name="connisteX47" fmla="*/ 68515 w 154814"/>
                <a:gd name="connsiteY47" fmla="*/ 0 h 166647"/>
                <a:gd name="connisteX48" fmla="*/ 86298 w 154814"/>
                <a:gd name="connsiteY48" fmla="*/ 0 h 166647"/>
                <a:gd name="connisteX49" fmla="*/ 92250 w 154814"/>
                <a:gd name="connsiteY49" fmla="*/ 4031 h 166647"/>
                <a:gd name="connisteX50" fmla="*/ 98904 w 154814"/>
                <a:gd name="connsiteY50" fmla="*/ 20683 h 166647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  <a:cxn ang="0">
                  <a:pos x="connisteX9" y="connsiteY9"/>
                </a:cxn>
                <a:cxn ang="0">
                  <a:pos x="connisteX10" y="connsiteY10"/>
                </a:cxn>
                <a:cxn ang="0">
                  <a:pos x="connisteX11" y="connsiteY11"/>
                </a:cxn>
                <a:cxn ang="0">
                  <a:pos x="connisteX12" y="connsiteY12"/>
                </a:cxn>
                <a:cxn ang="0">
                  <a:pos x="connisteX13" y="connsiteY13"/>
                </a:cxn>
                <a:cxn ang="0">
                  <a:pos x="connisteX14" y="connsiteY14"/>
                </a:cxn>
                <a:cxn ang="0">
                  <a:pos x="connisteX15" y="connsiteY15"/>
                </a:cxn>
                <a:cxn ang="0">
                  <a:pos x="connisteX16" y="connsiteY16"/>
                </a:cxn>
                <a:cxn ang="0">
                  <a:pos x="connisteX17" y="connsiteY17"/>
                </a:cxn>
                <a:cxn ang="0">
                  <a:pos x="connisteX18" y="connsiteY18"/>
                </a:cxn>
                <a:cxn ang="0">
                  <a:pos x="connisteX19" y="connsiteY19"/>
                </a:cxn>
                <a:cxn ang="0">
                  <a:pos x="connisteX20" y="connsiteY20"/>
                </a:cxn>
                <a:cxn ang="0">
                  <a:pos x="connisteX21" y="connsiteY21"/>
                </a:cxn>
                <a:cxn ang="0">
                  <a:pos x="connisteX22" y="connsiteY22"/>
                </a:cxn>
                <a:cxn ang="0">
                  <a:pos x="connisteX23" y="connsiteY23"/>
                </a:cxn>
                <a:cxn ang="0">
                  <a:pos x="connisteX24" y="connsiteY24"/>
                </a:cxn>
                <a:cxn ang="0">
                  <a:pos x="connisteX25" y="connsiteY25"/>
                </a:cxn>
                <a:cxn ang="0">
                  <a:pos x="connisteX26" y="connsiteY26"/>
                </a:cxn>
                <a:cxn ang="0">
                  <a:pos x="connisteX27" y="connsiteY27"/>
                </a:cxn>
                <a:cxn ang="0">
                  <a:pos x="connisteX28" y="connsiteY28"/>
                </a:cxn>
                <a:cxn ang="0">
                  <a:pos x="connisteX29" y="connsiteY29"/>
                </a:cxn>
                <a:cxn ang="0">
                  <a:pos x="connisteX30" y="connsiteY30"/>
                </a:cxn>
                <a:cxn ang="0">
                  <a:pos x="connisteX31" y="connsiteY31"/>
                </a:cxn>
                <a:cxn ang="0">
                  <a:pos x="connisteX32" y="connsiteY32"/>
                </a:cxn>
                <a:cxn ang="0">
                  <a:pos x="connisteX33" y="connsiteY33"/>
                </a:cxn>
                <a:cxn ang="0">
                  <a:pos x="connisteX34" y="connsiteY34"/>
                </a:cxn>
                <a:cxn ang="0">
                  <a:pos x="connisteX35" y="connsiteY35"/>
                </a:cxn>
                <a:cxn ang="0">
                  <a:pos x="connisteX36" y="connsiteY36"/>
                </a:cxn>
                <a:cxn ang="0">
                  <a:pos x="connisteX37" y="connsiteY37"/>
                </a:cxn>
                <a:cxn ang="0">
                  <a:pos x="connisteX38" y="connsiteY38"/>
                </a:cxn>
                <a:cxn ang="0">
                  <a:pos x="connisteX39" y="connsiteY39"/>
                </a:cxn>
                <a:cxn ang="0">
                  <a:pos x="connisteX40" y="connsiteY40"/>
                </a:cxn>
                <a:cxn ang="0">
                  <a:pos x="connisteX41" y="connsiteY41"/>
                </a:cxn>
                <a:cxn ang="0">
                  <a:pos x="connisteX42" y="connsiteY42"/>
                </a:cxn>
                <a:cxn ang="0">
                  <a:pos x="connisteX43" y="connsiteY43"/>
                </a:cxn>
                <a:cxn ang="0">
                  <a:pos x="connisteX44" y="connsiteY44"/>
                </a:cxn>
                <a:cxn ang="0">
                  <a:pos x="connisteX45" y="connsiteY45"/>
                </a:cxn>
                <a:cxn ang="0">
                  <a:pos x="connisteX46" y="connsiteY46"/>
                </a:cxn>
                <a:cxn ang="0">
                  <a:pos x="connisteX47" y="connsiteY47"/>
                </a:cxn>
                <a:cxn ang="0">
                  <a:pos x="connisteX48" y="connsiteY48"/>
                </a:cxn>
                <a:cxn ang="0">
                  <a:pos x="connisteX49" y="connsiteY49"/>
                </a:cxn>
                <a:cxn ang="0">
                  <a:pos x="connisteX50" y="connsiteY50"/>
                </a:cxn>
              </a:cxnLst>
              <a:rect l="l" t="t" r="r" b="b"/>
              <a:pathLst>
                <a:path w="154815" h="166648">
                  <a:moveTo>
                    <a:pt x="98904" y="20683"/>
                  </a:moveTo>
                  <a:cubicBezTo>
                    <a:pt x="99573" y="22356"/>
                    <a:pt x="100922" y="23655"/>
                    <a:pt x="102579" y="24363"/>
                  </a:cubicBezTo>
                  <a:cubicBezTo>
                    <a:pt x="107317" y="26388"/>
                    <a:pt x="111764" y="28966"/>
                    <a:pt x="115834" y="32019"/>
                  </a:cubicBezTo>
                  <a:cubicBezTo>
                    <a:pt x="117274" y="33098"/>
                    <a:pt x="119070" y="33617"/>
                    <a:pt x="120852" y="33361"/>
                  </a:cubicBezTo>
                  <a:lnTo>
                    <a:pt x="138586" y="30812"/>
                  </a:lnTo>
                  <a:cubicBezTo>
                    <a:pt x="141180" y="30439"/>
                    <a:pt x="143739" y="31683"/>
                    <a:pt x="145049" y="33952"/>
                  </a:cubicBezTo>
                  <a:lnTo>
                    <a:pt x="153956" y="49383"/>
                  </a:lnTo>
                  <a:cubicBezTo>
                    <a:pt x="155266" y="51653"/>
                    <a:pt x="155062" y="54492"/>
                    <a:pt x="153441" y="56551"/>
                  </a:cubicBezTo>
                  <a:lnTo>
                    <a:pt x="142373" y="70614"/>
                  </a:lnTo>
                  <a:cubicBezTo>
                    <a:pt x="141261" y="72028"/>
                    <a:pt x="140810" y="73843"/>
                    <a:pt x="141028" y="75628"/>
                  </a:cubicBezTo>
                  <a:cubicBezTo>
                    <a:pt x="141336" y="78151"/>
                    <a:pt x="141503" y="80718"/>
                    <a:pt x="141503" y="83324"/>
                  </a:cubicBezTo>
                  <a:cubicBezTo>
                    <a:pt x="141503" y="85930"/>
                    <a:pt x="141336" y="88497"/>
                    <a:pt x="141028" y="91020"/>
                  </a:cubicBezTo>
                  <a:cubicBezTo>
                    <a:pt x="140810" y="92806"/>
                    <a:pt x="141260" y="94620"/>
                    <a:pt x="142372" y="96033"/>
                  </a:cubicBezTo>
                  <a:lnTo>
                    <a:pt x="153443" y="110109"/>
                  </a:lnTo>
                  <a:cubicBezTo>
                    <a:pt x="155063" y="112169"/>
                    <a:pt x="155266" y="115007"/>
                    <a:pt x="153956" y="117276"/>
                  </a:cubicBezTo>
                  <a:lnTo>
                    <a:pt x="145051" y="132704"/>
                  </a:lnTo>
                  <a:cubicBezTo>
                    <a:pt x="143740" y="134975"/>
                    <a:pt x="141177" y="136219"/>
                    <a:pt x="138582" y="135843"/>
                  </a:cubicBezTo>
                  <a:lnTo>
                    <a:pt x="120856" y="133278"/>
                  </a:lnTo>
                  <a:cubicBezTo>
                    <a:pt x="119072" y="133020"/>
                    <a:pt x="117272" y="133538"/>
                    <a:pt x="115831" y="134619"/>
                  </a:cubicBezTo>
                  <a:cubicBezTo>
                    <a:pt x="111761" y="137671"/>
                    <a:pt x="107317" y="140247"/>
                    <a:pt x="102579" y="142272"/>
                  </a:cubicBezTo>
                  <a:cubicBezTo>
                    <a:pt x="100922" y="142980"/>
                    <a:pt x="99573" y="144279"/>
                    <a:pt x="98905" y="145953"/>
                  </a:cubicBezTo>
                  <a:lnTo>
                    <a:pt x="92250" y="162615"/>
                  </a:lnTo>
                  <a:cubicBezTo>
                    <a:pt x="91278" y="165051"/>
                    <a:pt x="88920" y="166648"/>
                    <a:pt x="86298" y="166648"/>
                  </a:cubicBezTo>
                  <a:lnTo>
                    <a:pt x="68516" y="166648"/>
                  </a:lnTo>
                  <a:cubicBezTo>
                    <a:pt x="65895" y="166648"/>
                    <a:pt x="63538" y="165052"/>
                    <a:pt x="62565" y="162617"/>
                  </a:cubicBezTo>
                  <a:lnTo>
                    <a:pt x="55898" y="145938"/>
                  </a:lnTo>
                  <a:cubicBezTo>
                    <a:pt x="55230" y="144266"/>
                    <a:pt x="53882" y="142967"/>
                    <a:pt x="52226" y="142260"/>
                  </a:cubicBezTo>
                  <a:cubicBezTo>
                    <a:pt x="47489" y="140238"/>
                    <a:pt x="43042" y="137669"/>
                    <a:pt x="38973" y="134620"/>
                  </a:cubicBezTo>
                  <a:cubicBezTo>
                    <a:pt x="37531" y="133539"/>
                    <a:pt x="35731" y="133020"/>
                    <a:pt x="33947" y="133278"/>
                  </a:cubicBezTo>
                  <a:lnTo>
                    <a:pt x="16234" y="135843"/>
                  </a:lnTo>
                  <a:cubicBezTo>
                    <a:pt x="13638" y="136219"/>
                    <a:pt x="11075" y="134975"/>
                    <a:pt x="9764" y="132704"/>
                  </a:cubicBezTo>
                  <a:lnTo>
                    <a:pt x="858" y="117274"/>
                  </a:lnTo>
                  <a:cubicBezTo>
                    <a:pt x="-451" y="115006"/>
                    <a:pt x="-248" y="112169"/>
                    <a:pt x="1370" y="110110"/>
                  </a:cubicBezTo>
                  <a:lnTo>
                    <a:pt x="12433" y="96033"/>
                  </a:lnTo>
                  <a:cubicBezTo>
                    <a:pt x="13544" y="94619"/>
                    <a:pt x="13993" y="92806"/>
                    <a:pt x="13778" y="91022"/>
                  </a:cubicBezTo>
                  <a:cubicBezTo>
                    <a:pt x="13473" y="88498"/>
                    <a:pt x="13312" y="85929"/>
                    <a:pt x="13312" y="83324"/>
                  </a:cubicBezTo>
                  <a:cubicBezTo>
                    <a:pt x="13312" y="80719"/>
                    <a:pt x="13473" y="78150"/>
                    <a:pt x="13778" y="75627"/>
                  </a:cubicBezTo>
                  <a:cubicBezTo>
                    <a:pt x="13993" y="73842"/>
                    <a:pt x="13543" y="72028"/>
                    <a:pt x="12432" y="70615"/>
                  </a:cubicBezTo>
                  <a:lnTo>
                    <a:pt x="1372" y="56551"/>
                  </a:lnTo>
                  <a:cubicBezTo>
                    <a:pt x="-247" y="54492"/>
                    <a:pt x="-451" y="51654"/>
                    <a:pt x="859" y="49385"/>
                  </a:cubicBezTo>
                  <a:lnTo>
                    <a:pt x="9767" y="33953"/>
                  </a:lnTo>
                  <a:cubicBezTo>
                    <a:pt x="11076" y="31683"/>
                    <a:pt x="13636" y="30440"/>
                    <a:pt x="16230" y="30813"/>
                  </a:cubicBezTo>
                  <a:lnTo>
                    <a:pt x="33950" y="33361"/>
                  </a:lnTo>
                  <a:cubicBezTo>
                    <a:pt x="35732" y="33617"/>
                    <a:pt x="37530" y="33098"/>
                    <a:pt x="38970" y="32018"/>
                  </a:cubicBezTo>
                  <a:cubicBezTo>
                    <a:pt x="43040" y="28969"/>
                    <a:pt x="47488" y="26398"/>
                    <a:pt x="52227" y="24375"/>
                  </a:cubicBezTo>
                  <a:cubicBezTo>
                    <a:pt x="53883" y="23668"/>
                    <a:pt x="55230" y="22370"/>
                    <a:pt x="55899" y="20698"/>
                  </a:cubicBezTo>
                  <a:lnTo>
                    <a:pt x="62564" y="4030"/>
                  </a:lnTo>
                  <a:cubicBezTo>
                    <a:pt x="63538" y="1596"/>
                    <a:pt x="65894" y="0"/>
                    <a:pt x="68515" y="0"/>
                  </a:cubicBezTo>
                  <a:lnTo>
                    <a:pt x="86299" y="0"/>
                  </a:lnTo>
                  <a:cubicBezTo>
                    <a:pt x="88921" y="0"/>
                    <a:pt x="91278" y="1597"/>
                    <a:pt x="92251" y="4031"/>
                  </a:cubicBezTo>
                  <a:lnTo>
                    <a:pt x="98904" y="20683"/>
                  </a:lnTo>
                  <a:close/>
                </a:path>
              </a:pathLst>
            </a:custGeom>
            <a:noFill/>
            <a:ln w="12819" cap="flat">
              <a:solidFill>
                <a:srgbClr val="000000"/>
              </a:solidFill>
              <a:round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36" name="任意多边形 135"/>
            <p:cNvSpPr/>
            <p:nvPr/>
          </p:nvSpPr>
          <p:spPr>
            <a:xfrm>
              <a:off x="8274" y="7581"/>
              <a:ext cx="80" cy="80"/>
            </a:xfrm>
            <a:custGeom>
              <a:avLst/>
              <a:gdLst>
                <a:gd name="connisteX0" fmla="*/ 25638 w 51276"/>
                <a:gd name="connsiteY0" fmla="*/ 51276 h 51276"/>
                <a:gd name="connisteX1" fmla="*/ 51276 w 51276"/>
                <a:gd name="connsiteY1" fmla="*/ 25638 h 51276"/>
                <a:gd name="connisteX2" fmla="*/ 25638 w 51276"/>
                <a:gd name="connsiteY2" fmla="*/ 0 h 51276"/>
                <a:gd name="connisteX3" fmla="*/ 0 w 51276"/>
                <a:gd name="connsiteY3" fmla="*/ 25638 h 51276"/>
                <a:gd name="connisteX4" fmla="*/ 25638 w 51276"/>
                <a:gd name="connsiteY4" fmla="*/ 51276 h 51276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51276" h="51276">
                  <a:moveTo>
                    <a:pt x="25638" y="51276"/>
                  </a:moveTo>
                  <a:cubicBezTo>
                    <a:pt x="39798" y="51276"/>
                    <a:pt x="51276" y="39798"/>
                    <a:pt x="51276" y="25638"/>
                  </a:cubicBezTo>
                  <a:cubicBezTo>
                    <a:pt x="51276" y="11479"/>
                    <a:pt x="39798" y="0"/>
                    <a:pt x="25638" y="0"/>
                  </a:cubicBezTo>
                  <a:cubicBezTo>
                    <a:pt x="11479" y="0"/>
                    <a:pt x="0" y="11479"/>
                    <a:pt x="0" y="25638"/>
                  </a:cubicBezTo>
                  <a:cubicBezTo>
                    <a:pt x="0" y="39798"/>
                    <a:pt x="11479" y="51276"/>
                    <a:pt x="25638" y="51276"/>
                  </a:cubicBezTo>
                  <a:close/>
                </a:path>
              </a:pathLst>
            </a:custGeom>
            <a:noFill/>
            <a:ln w="12819" cap="flat">
              <a:solidFill>
                <a:srgbClr val="000000"/>
              </a:solidFill>
              <a:bevel/>
            </a:ln>
          </p:spPr>
          <p:txBody>
            <a:bodyPr/>
            <a:p>
              <a:endParaRPr lang="zh-CN" altLang="en-US"/>
            </a:p>
          </p:txBody>
        </p:sp>
      </p:grpSp>
      <p:sp>
        <p:nvSpPr>
          <p:cNvPr id="139" name="文本框 138"/>
          <p:cNvSpPr txBox="1"/>
          <p:nvPr/>
        </p:nvSpPr>
        <p:spPr>
          <a:xfrm>
            <a:off x="288925" y="6522720"/>
            <a:ext cx="37534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900">
                <a:latin typeface="微软雅黑" panose="020B0503020204020204" charset="-122"/>
                <a:ea typeface="微软雅黑" panose="020B0503020204020204" charset="-122"/>
                <a:sym typeface="+mn-ea"/>
              </a:rPr>
              <a:t>说明：这是全局助手的悬浮球，点击则弹出上面的跟随移动对话框，再点击就变成悬浮球。除了直接对话，其它功能会从客户端</a:t>
            </a:r>
            <a:r>
              <a:rPr lang="zh-CN" altLang="en-US" sz="900">
                <a:latin typeface="微软雅黑" panose="020B0503020204020204" charset="-122"/>
                <a:ea typeface="微软雅黑" panose="020B0503020204020204" charset="-122"/>
                <a:sym typeface="+mn-ea"/>
              </a:rPr>
              <a:t>打开</a:t>
            </a:r>
            <a:endParaRPr lang="zh-CN" altLang="en-US" sz="90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41" name="文本框 140"/>
          <p:cNvSpPr txBox="1"/>
          <p:nvPr/>
        </p:nvSpPr>
        <p:spPr>
          <a:xfrm>
            <a:off x="106045" y="2124710"/>
            <a:ext cx="1168400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900"/>
              <a:t>数据库</a:t>
            </a:r>
            <a:endParaRPr lang="zh-CN" altLang="en-US" sz="900"/>
          </a:p>
        </p:txBody>
      </p:sp>
      <p:sp>
        <p:nvSpPr>
          <p:cNvPr id="142" name="文本框 141"/>
          <p:cNvSpPr txBox="1"/>
          <p:nvPr/>
        </p:nvSpPr>
        <p:spPr>
          <a:xfrm>
            <a:off x="106045" y="2354580"/>
            <a:ext cx="1168400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900"/>
              <a:t>工作站</a:t>
            </a:r>
            <a:endParaRPr lang="zh-CN" altLang="en-US" sz="900"/>
          </a:p>
        </p:txBody>
      </p:sp>
      <p:sp>
        <p:nvSpPr>
          <p:cNvPr id="143" name="文本框 142"/>
          <p:cNvSpPr txBox="1"/>
          <p:nvPr/>
        </p:nvSpPr>
        <p:spPr>
          <a:xfrm>
            <a:off x="247015" y="4244340"/>
            <a:ext cx="1956435" cy="2635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900"/>
              <a:t>✂</a:t>
            </a:r>
            <a:r>
              <a:rPr lang="en-US" altLang="zh-CN" sz="900"/>
              <a:t> </a:t>
            </a:r>
            <a:r>
              <a:rPr lang="zh-CN" altLang="en-US" sz="900"/>
              <a:t>截图并快速</a:t>
            </a:r>
            <a:r>
              <a:rPr lang="zh-CN" altLang="en-US" sz="900"/>
              <a:t>插入</a:t>
            </a:r>
            <a:endParaRPr lang="zh-CN" altLang="en-US" sz="900"/>
          </a:p>
        </p:txBody>
      </p:sp>
      <p:sp>
        <p:nvSpPr>
          <p:cNvPr id="144" name="文本框 143"/>
          <p:cNvSpPr txBox="1"/>
          <p:nvPr/>
        </p:nvSpPr>
        <p:spPr>
          <a:xfrm>
            <a:off x="247015" y="4483735"/>
            <a:ext cx="1956435" cy="2635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900"/>
              <a:t>📂</a:t>
            </a:r>
            <a:r>
              <a:rPr lang="en-US" altLang="zh-CN" sz="900"/>
              <a:t> </a:t>
            </a:r>
            <a:r>
              <a:rPr lang="zh-CN" altLang="en-US" sz="900"/>
              <a:t>从文件夹快速新建</a:t>
            </a:r>
            <a:r>
              <a:rPr lang="zh-CN" altLang="en-US" sz="900"/>
              <a:t>项目</a:t>
            </a:r>
            <a:endParaRPr lang="zh-CN" altLang="en-US" sz="900"/>
          </a:p>
        </p:txBody>
      </p:sp>
      <p:sp>
        <p:nvSpPr>
          <p:cNvPr id="145" name="文本框 144"/>
          <p:cNvSpPr txBox="1"/>
          <p:nvPr/>
        </p:nvSpPr>
        <p:spPr>
          <a:xfrm>
            <a:off x="247015" y="4728210"/>
            <a:ext cx="1956435" cy="2635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900"/>
              <a:t>🎮</a:t>
            </a:r>
            <a:r>
              <a:rPr lang="en-US" altLang="zh-CN" sz="900"/>
              <a:t> </a:t>
            </a:r>
            <a:r>
              <a:rPr lang="zh-CN" altLang="en-US" sz="900"/>
              <a:t>识别</a:t>
            </a:r>
            <a:r>
              <a:rPr lang="zh-CN" altLang="en-US" sz="900"/>
              <a:t>并控制浏览器</a:t>
            </a:r>
            <a:endParaRPr lang="zh-CN" altLang="en-US" sz="900"/>
          </a:p>
        </p:txBody>
      </p:sp>
      <p:sp>
        <p:nvSpPr>
          <p:cNvPr id="146" name="文本框 145"/>
          <p:cNvSpPr txBox="1"/>
          <p:nvPr/>
        </p:nvSpPr>
        <p:spPr>
          <a:xfrm>
            <a:off x="218440" y="209550"/>
            <a:ext cx="2821940" cy="3048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正在执行任务</a:t>
            </a:r>
            <a:endParaRPr lang="zh-CN" altLang="en-US"/>
          </a:p>
        </p:txBody>
      </p:sp>
      <p:pic>
        <p:nvPicPr>
          <p:cNvPr id="147" name="图片 146" descr="5d0afb4766547d62369dd3f3c2d034ad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65770" y="918845"/>
            <a:ext cx="227330" cy="227330"/>
          </a:xfrm>
          <a:prstGeom prst="rect">
            <a:avLst/>
          </a:prstGeom>
        </p:spPr>
      </p:pic>
      <p:sp>
        <p:nvSpPr>
          <p:cNvPr id="148" name="文本框 147"/>
          <p:cNvSpPr txBox="1"/>
          <p:nvPr/>
        </p:nvSpPr>
        <p:spPr>
          <a:xfrm>
            <a:off x="8065770" y="189865"/>
            <a:ext cx="2576195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900"/>
              <a:t>说明：唯一一个多出来的</a:t>
            </a:r>
            <a:r>
              <a:rPr lang="en-US" altLang="zh-CN" sz="900"/>
              <a:t>button</a:t>
            </a:r>
            <a:r>
              <a:rPr lang="zh-CN" altLang="en-US" sz="900"/>
              <a:t>是类似</a:t>
            </a:r>
            <a:r>
              <a:rPr lang="en-US" altLang="zh-CN" sz="900"/>
              <a:t>codex</a:t>
            </a:r>
            <a:r>
              <a:rPr lang="zh-CN" altLang="en-US" sz="900"/>
              <a:t>的置顶摘要</a:t>
            </a:r>
            <a:r>
              <a:rPr lang="en-US" altLang="zh-CN" sz="900"/>
              <a:t>button</a:t>
            </a:r>
            <a:r>
              <a:rPr lang="zh-CN" altLang="en-US" sz="900"/>
              <a:t>，点击可以向下弹出。仅在项目中会</a:t>
            </a:r>
            <a:r>
              <a:rPr lang="zh-CN" altLang="en-US" sz="900"/>
              <a:t>显示</a:t>
            </a:r>
            <a:endParaRPr lang="zh-CN" altLang="en-US" sz="900"/>
          </a:p>
        </p:txBody>
      </p:sp>
      <p:sp>
        <p:nvSpPr>
          <p:cNvPr id="149" name="上箭头 148"/>
          <p:cNvSpPr/>
          <p:nvPr/>
        </p:nvSpPr>
        <p:spPr>
          <a:xfrm rot="11280000">
            <a:off x="8163560" y="703580"/>
            <a:ext cx="115570" cy="207010"/>
          </a:xfrm>
          <a:prstGeom prst="up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5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文本框 199"/>
          <p:cNvSpPr txBox="1"/>
          <p:nvPr/>
        </p:nvSpPr>
        <p:spPr>
          <a:xfrm>
            <a:off x="10209530" y="5314315"/>
            <a:ext cx="1682115" cy="2368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900"/>
              <a:t>⚪</a:t>
            </a:r>
            <a:r>
              <a:rPr lang="en-US" altLang="zh-CN" sz="900"/>
              <a:t> </a:t>
            </a:r>
            <a:r>
              <a:rPr lang="en-US" altLang="zh-CN" sz="900"/>
              <a:t>paper_versions </a:t>
            </a:r>
            <a:endParaRPr lang="en-US" altLang="zh-CN" sz="900"/>
          </a:p>
        </p:txBody>
      </p:sp>
      <p:sp>
        <p:nvSpPr>
          <p:cNvPr id="160" name="左大括号 159"/>
          <p:cNvSpPr/>
          <p:nvPr/>
        </p:nvSpPr>
        <p:spPr>
          <a:xfrm>
            <a:off x="9155430" y="5312410"/>
            <a:ext cx="144145" cy="1259840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5" name="左大括号 124"/>
          <p:cNvSpPr/>
          <p:nvPr/>
        </p:nvSpPr>
        <p:spPr>
          <a:xfrm>
            <a:off x="7952740" y="4714240"/>
            <a:ext cx="144145" cy="1259840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2374265" y="706755"/>
            <a:ext cx="9576435" cy="582612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6" name="直接连接符 5"/>
          <p:cNvCxnSpPr/>
          <p:nvPr/>
        </p:nvCxnSpPr>
        <p:spPr>
          <a:xfrm flipH="1">
            <a:off x="3957320" y="873760"/>
            <a:ext cx="10160" cy="56489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2374265" y="883920"/>
            <a:ext cx="957643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2374265" y="706755"/>
            <a:ext cx="2271395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900"/>
              <a:t>logo  </a:t>
            </a:r>
            <a:r>
              <a:rPr lang="zh-CN" altLang="en-US" sz="900"/>
              <a:t>文件</a:t>
            </a:r>
            <a:r>
              <a:rPr lang="en-US" altLang="zh-CN" sz="900"/>
              <a:t>   </a:t>
            </a:r>
            <a:r>
              <a:rPr lang="zh-CN" altLang="en-US" sz="900"/>
              <a:t>编辑</a:t>
            </a:r>
            <a:r>
              <a:rPr lang="en-US" altLang="zh-CN" sz="900"/>
              <a:t>   </a:t>
            </a:r>
            <a:r>
              <a:rPr lang="zh-CN" altLang="en-US" sz="900"/>
              <a:t>视图</a:t>
            </a:r>
            <a:r>
              <a:rPr lang="en-US" altLang="zh-CN" sz="900"/>
              <a:t>    </a:t>
            </a:r>
            <a:r>
              <a:rPr lang="zh-CN" altLang="en-US" sz="900"/>
              <a:t>帮助与说明</a:t>
            </a:r>
            <a:endParaRPr lang="en-US" altLang="zh-CN" sz="900"/>
          </a:p>
        </p:txBody>
      </p:sp>
      <p:sp>
        <p:nvSpPr>
          <p:cNvPr id="11" name="文本框 10"/>
          <p:cNvSpPr txBox="1"/>
          <p:nvPr/>
        </p:nvSpPr>
        <p:spPr>
          <a:xfrm>
            <a:off x="11181080" y="696595"/>
            <a:ext cx="769620" cy="1771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900">
                <a:sym typeface="+mn-ea"/>
              </a:rPr>
              <a:t>-      =      x</a:t>
            </a:r>
            <a:endParaRPr lang="en-US" altLang="zh-CN" sz="900"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374265" y="6292850"/>
            <a:ext cx="1168400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900"/>
              <a:t>⚪</a:t>
            </a:r>
            <a:r>
              <a:rPr lang="en-US" altLang="zh-CN" sz="900"/>
              <a:t> user</a:t>
            </a:r>
            <a:r>
              <a:rPr lang="en-US" altLang="zh-CN" sz="900"/>
              <a:t>name</a:t>
            </a:r>
            <a:endParaRPr lang="en-US" altLang="zh-CN" sz="900"/>
          </a:p>
        </p:txBody>
      </p:sp>
      <p:sp>
        <p:nvSpPr>
          <p:cNvPr id="35" name="文本框 34"/>
          <p:cNvSpPr txBox="1"/>
          <p:nvPr/>
        </p:nvSpPr>
        <p:spPr>
          <a:xfrm>
            <a:off x="2374265" y="947420"/>
            <a:ext cx="1168400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900"/>
              <a:t>新</a:t>
            </a:r>
            <a:r>
              <a:rPr lang="zh-CN" altLang="en-US" sz="900"/>
              <a:t>对话</a:t>
            </a:r>
            <a:endParaRPr lang="zh-CN" altLang="en-US" sz="900"/>
          </a:p>
        </p:txBody>
      </p:sp>
      <p:sp>
        <p:nvSpPr>
          <p:cNvPr id="37" name="文本框 36"/>
          <p:cNvSpPr txBox="1"/>
          <p:nvPr/>
        </p:nvSpPr>
        <p:spPr>
          <a:xfrm>
            <a:off x="2374265" y="1177290"/>
            <a:ext cx="1168400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900"/>
              <a:t>数据库</a:t>
            </a:r>
            <a:endParaRPr lang="zh-CN" altLang="en-US" sz="900"/>
          </a:p>
        </p:txBody>
      </p:sp>
      <p:pic>
        <p:nvPicPr>
          <p:cNvPr id="57" name="图片 56" descr="44ba6e67f05897cbadd4ef640f760400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/>
          <a:stretch>
            <a:fillRect/>
          </a:stretch>
        </p:blipFill>
        <p:spPr>
          <a:xfrm>
            <a:off x="3754120" y="6315710"/>
            <a:ext cx="177165" cy="177165"/>
          </a:xfrm>
          <a:prstGeom prst="rect">
            <a:avLst/>
          </a:prstGeom>
        </p:spPr>
      </p:pic>
      <p:sp>
        <p:nvSpPr>
          <p:cNvPr id="59" name="文本框 58"/>
          <p:cNvSpPr txBox="1"/>
          <p:nvPr/>
        </p:nvSpPr>
        <p:spPr>
          <a:xfrm>
            <a:off x="2374265" y="1407160"/>
            <a:ext cx="1168400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900"/>
              <a:t>工作站</a:t>
            </a:r>
            <a:endParaRPr lang="zh-CN" altLang="en-US" sz="900"/>
          </a:p>
        </p:txBody>
      </p:sp>
      <p:sp>
        <p:nvSpPr>
          <p:cNvPr id="44" name="文本框 43"/>
          <p:cNvSpPr txBox="1"/>
          <p:nvPr/>
        </p:nvSpPr>
        <p:spPr>
          <a:xfrm>
            <a:off x="2374265" y="1725295"/>
            <a:ext cx="1168400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900"/>
              <a:t>置顶</a:t>
            </a:r>
            <a:r>
              <a:rPr lang="en-US" altLang="zh-CN" sz="900"/>
              <a:t>&gt;</a:t>
            </a:r>
            <a:endParaRPr lang="en-US" altLang="zh-CN" sz="900"/>
          </a:p>
        </p:txBody>
      </p:sp>
      <p:sp>
        <p:nvSpPr>
          <p:cNvPr id="45" name="文本框 44"/>
          <p:cNvSpPr txBox="1"/>
          <p:nvPr/>
        </p:nvSpPr>
        <p:spPr>
          <a:xfrm>
            <a:off x="2374265" y="1955165"/>
            <a:ext cx="1433195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900">
                <a:sym typeface="+mn-ea"/>
              </a:rPr>
              <a:t>sciencescope_test_p…</a:t>
            </a:r>
            <a:endParaRPr lang="en-US" altLang="zh-CN" sz="900">
              <a:sym typeface="+mn-ea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2374265" y="2684780"/>
            <a:ext cx="1168400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900"/>
              <a:t>全部项目与聊天</a:t>
            </a:r>
            <a:r>
              <a:rPr lang="en-US" altLang="zh-CN" sz="900"/>
              <a:t>&gt;</a:t>
            </a:r>
            <a:endParaRPr lang="en-US" altLang="zh-CN" sz="900"/>
          </a:p>
        </p:txBody>
      </p:sp>
      <p:sp>
        <p:nvSpPr>
          <p:cNvPr id="53" name="文本框 52"/>
          <p:cNvSpPr txBox="1"/>
          <p:nvPr/>
        </p:nvSpPr>
        <p:spPr>
          <a:xfrm>
            <a:off x="2473325" y="2185035"/>
            <a:ext cx="1433195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900">
                <a:sym typeface="+mn-ea"/>
              </a:rPr>
              <a:t>⚪</a:t>
            </a:r>
            <a:r>
              <a:rPr lang="en-US" altLang="zh-CN" sz="900">
                <a:sym typeface="+mn-ea"/>
              </a:rPr>
              <a:t> test</a:t>
            </a:r>
            <a:r>
              <a:rPr lang="zh-CN" altLang="en-US" sz="900">
                <a:sym typeface="+mn-ea"/>
              </a:rPr>
              <a:t>①</a:t>
            </a:r>
            <a:endParaRPr lang="zh-CN" altLang="en-US" sz="900">
              <a:sym typeface="+mn-ea"/>
            </a:endParaRPr>
          </a:p>
        </p:txBody>
      </p:sp>
      <p:sp>
        <p:nvSpPr>
          <p:cNvPr id="58" name="文本框 57"/>
          <p:cNvSpPr txBox="1"/>
          <p:nvPr/>
        </p:nvSpPr>
        <p:spPr>
          <a:xfrm>
            <a:off x="3692525" y="2139950"/>
            <a:ext cx="274955" cy="2146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r"/>
            <a:r>
              <a:rPr lang="en-US" altLang="zh-CN" sz="900">
                <a:sym typeface="+mn-ea"/>
              </a:rPr>
              <a:t>…</a:t>
            </a:r>
            <a:endParaRPr lang="en-US" altLang="zh-CN" sz="900">
              <a:sym typeface="+mn-ea"/>
            </a:endParaRPr>
          </a:p>
        </p:txBody>
      </p:sp>
      <p:sp>
        <p:nvSpPr>
          <p:cNvPr id="60" name="文本框 59"/>
          <p:cNvSpPr txBox="1"/>
          <p:nvPr/>
        </p:nvSpPr>
        <p:spPr>
          <a:xfrm>
            <a:off x="2473325" y="2414905"/>
            <a:ext cx="1433195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900">
                <a:sym typeface="+mn-ea"/>
              </a:rPr>
              <a:t>⚪</a:t>
            </a:r>
            <a:r>
              <a:rPr lang="en-US" altLang="zh-CN" sz="900">
                <a:sym typeface="+mn-ea"/>
              </a:rPr>
              <a:t> test</a:t>
            </a:r>
            <a:r>
              <a:rPr lang="zh-CN" altLang="en-US" sz="900">
                <a:sym typeface="+mn-ea"/>
              </a:rPr>
              <a:t>①</a:t>
            </a:r>
            <a:endParaRPr lang="zh-CN" altLang="en-US" sz="900">
              <a:sym typeface="+mn-ea"/>
            </a:endParaRPr>
          </a:p>
        </p:txBody>
      </p:sp>
      <p:sp>
        <p:nvSpPr>
          <p:cNvPr id="61" name="文本框 60"/>
          <p:cNvSpPr txBox="1"/>
          <p:nvPr/>
        </p:nvSpPr>
        <p:spPr>
          <a:xfrm>
            <a:off x="3692525" y="2400300"/>
            <a:ext cx="274955" cy="2146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r"/>
            <a:r>
              <a:rPr lang="en-US" altLang="zh-CN" sz="900">
                <a:sym typeface="+mn-ea"/>
              </a:rPr>
              <a:t>…</a:t>
            </a:r>
            <a:endParaRPr lang="en-US" altLang="zh-CN" sz="900">
              <a:sym typeface="+mn-ea"/>
            </a:endParaRPr>
          </a:p>
        </p:txBody>
      </p:sp>
      <p:sp>
        <p:nvSpPr>
          <p:cNvPr id="69" name="文本框 68"/>
          <p:cNvSpPr txBox="1"/>
          <p:nvPr/>
        </p:nvSpPr>
        <p:spPr>
          <a:xfrm>
            <a:off x="2374265" y="2914650"/>
            <a:ext cx="1433195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900">
                <a:sym typeface="+mn-ea"/>
              </a:rPr>
              <a:t>sciencescope_test_p…</a:t>
            </a:r>
            <a:endParaRPr lang="en-US" altLang="zh-CN" sz="900">
              <a:sym typeface="+mn-ea"/>
            </a:endParaRPr>
          </a:p>
        </p:txBody>
      </p:sp>
      <p:sp>
        <p:nvSpPr>
          <p:cNvPr id="70" name="文本框 69"/>
          <p:cNvSpPr txBox="1"/>
          <p:nvPr/>
        </p:nvSpPr>
        <p:spPr>
          <a:xfrm>
            <a:off x="2374265" y="3144520"/>
            <a:ext cx="1433195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900">
                <a:sym typeface="+mn-ea"/>
              </a:rPr>
              <a:t>⚪</a:t>
            </a:r>
            <a:r>
              <a:rPr lang="en-US" altLang="zh-CN" sz="900">
                <a:sym typeface="+mn-ea"/>
              </a:rPr>
              <a:t> chat</a:t>
            </a:r>
            <a:r>
              <a:rPr lang="zh-CN" altLang="en-US" sz="900">
                <a:sym typeface="+mn-ea"/>
              </a:rPr>
              <a:t>①</a:t>
            </a:r>
            <a:endParaRPr lang="zh-CN" altLang="en-US" sz="900">
              <a:sym typeface="+mn-ea"/>
            </a:endParaRPr>
          </a:p>
        </p:txBody>
      </p:sp>
      <p:sp>
        <p:nvSpPr>
          <p:cNvPr id="71" name="文本框 70"/>
          <p:cNvSpPr txBox="1"/>
          <p:nvPr/>
        </p:nvSpPr>
        <p:spPr>
          <a:xfrm>
            <a:off x="2374265" y="3382645"/>
            <a:ext cx="1433195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900">
                <a:sym typeface="+mn-ea"/>
              </a:rPr>
              <a:t>⚪</a:t>
            </a:r>
            <a:r>
              <a:rPr lang="en-US" altLang="zh-CN" sz="900">
                <a:sym typeface="+mn-ea"/>
              </a:rPr>
              <a:t> chat</a:t>
            </a:r>
            <a:r>
              <a:rPr lang="zh-CN" altLang="en-US" sz="900">
                <a:sym typeface="+mn-ea"/>
              </a:rPr>
              <a:t>②</a:t>
            </a:r>
            <a:endParaRPr lang="zh-CN" altLang="en-US" sz="900">
              <a:sym typeface="+mn-ea"/>
            </a:endParaRPr>
          </a:p>
        </p:txBody>
      </p:sp>
      <p:sp>
        <p:nvSpPr>
          <p:cNvPr id="72" name="文本框 71"/>
          <p:cNvSpPr txBox="1"/>
          <p:nvPr/>
        </p:nvSpPr>
        <p:spPr>
          <a:xfrm>
            <a:off x="3501390" y="2920365"/>
            <a:ext cx="466090" cy="2139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r"/>
            <a:r>
              <a:rPr lang="en-US" altLang="zh-CN" sz="900">
                <a:sym typeface="+mn-ea"/>
              </a:rPr>
              <a:t>↓ </a:t>
            </a:r>
            <a:r>
              <a:rPr lang="en-US" altLang="zh-CN" sz="900">
                <a:sym typeface="+mn-ea"/>
              </a:rPr>
              <a:t>…</a:t>
            </a:r>
            <a:endParaRPr lang="en-US" altLang="zh-CN" sz="900">
              <a:sym typeface="+mn-ea"/>
            </a:endParaRPr>
          </a:p>
        </p:txBody>
      </p:sp>
      <p:sp>
        <p:nvSpPr>
          <p:cNvPr id="73" name="文本框 72"/>
          <p:cNvSpPr txBox="1"/>
          <p:nvPr/>
        </p:nvSpPr>
        <p:spPr>
          <a:xfrm>
            <a:off x="3692525" y="3150235"/>
            <a:ext cx="274955" cy="2146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r"/>
            <a:r>
              <a:rPr lang="en-US" altLang="zh-CN" sz="900">
                <a:sym typeface="+mn-ea"/>
              </a:rPr>
              <a:t>…</a:t>
            </a:r>
            <a:endParaRPr lang="en-US" altLang="zh-CN" sz="900">
              <a:sym typeface="+mn-ea"/>
            </a:endParaRPr>
          </a:p>
        </p:txBody>
      </p:sp>
      <p:sp>
        <p:nvSpPr>
          <p:cNvPr id="74" name="文本框 73"/>
          <p:cNvSpPr txBox="1"/>
          <p:nvPr/>
        </p:nvSpPr>
        <p:spPr>
          <a:xfrm>
            <a:off x="3692525" y="3364865"/>
            <a:ext cx="274955" cy="2146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r"/>
            <a:r>
              <a:rPr lang="en-US" altLang="zh-CN" sz="900">
                <a:sym typeface="+mn-ea"/>
              </a:rPr>
              <a:t>…</a:t>
            </a:r>
            <a:endParaRPr lang="en-US" altLang="zh-CN" sz="900">
              <a:sym typeface="+mn-ea"/>
            </a:endParaRPr>
          </a:p>
        </p:txBody>
      </p:sp>
      <p:sp>
        <p:nvSpPr>
          <p:cNvPr id="77" name="文本框 76"/>
          <p:cNvSpPr txBox="1"/>
          <p:nvPr/>
        </p:nvSpPr>
        <p:spPr>
          <a:xfrm>
            <a:off x="2374265" y="3612515"/>
            <a:ext cx="1433195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900">
                <a:sym typeface="+mn-ea"/>
              </a:rPr>
              <a:t>⚪</a:t>
            </a:r>
            <a:r>
              <a:rPr lang="en-US" altLang="zh-CN" sz="900">
                <a:sym typeface="+mn-ea"/>
              </a:rPr>
              <a:t> chat</a:t>
            </a:r>
            <a:endParaRPr lang="zh-CN" altLang="en-US" sz="900">
              <a:sym typeface="+mn-ea"/>
            </a:endParaRPr>
          </a:p>
        </p:txBody>
      </p:sp>
      <p:sp>
        <p:nvSpPr>
          <p:cNvPr id="78" name="文本框 77"/>
          <p:cNvSpPr txBox="1"/>
          <p:nvPr/>
        </p:nvSpPr>
        <p:spPr>
          <a:xfrm>
            <a:off x="2374265" y="3842385"/>
            <a:ext cx="1433195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900">
                <a:sym typeface="+mn-ea"/>
              </a:rPr>
              <a:t>⚪</a:t>
            </a:r>
            <a:r>
              <a:rPr lang="en-US" altLang="zh-CN" sz="900">
                <a:sym typeface="+mn-ea"/>
              </a:rPr>
              <a:t> chat</a:t>
            </a:r>
            <a:endParaRPr lang="zh-CN" altLang="en-US" sz="900">
              <a:sym typeface="+mn-ea"/>
            </a:endParaRPr>
          </a:p>
        </p:txBody>
      </p:sp>
      <p:sp>
        <p:nvSpPr>
          <p:cNvPr id="79" name="文本框 78"/>
          <p:cNvSpPr txBox="1"/>
          <p:nvPr/>
        </p:nvSpPr>
        <p:spPr>
          <a:xfrm>
            <a:off x="2374265" y="4072255"/>
            <a:ext cx="1433195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900">
                <a:sym typeface="+mn-ea"/>
              </a:rPr>
              <a:t>sci_proj</a:t>
            </a:r>
            <a:endParaRPr lang="en-US" altLang="zh-CN" sz="900">
              <a:sym typeface="+mn-ea"/>
            </a:endParaRPr>
          </a:p>
        </p:txBody>
      </p:sp>
      <p:sp>
        <p:nvSpPr>
          <p:cNvPr id="80" name="文本框 79"/>
          <p:cNvSpPr txBox="1"/>
          <p:nvPr/>
        </p:nvSpPr>
        <p:spPr>
          <a:xfrm>
            <a:off x="2374265" y="4302125"/>
            <a:ext cx="1433195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900">
                <a:sym typeface="+mn-ea"/>
              </a:rPr>
              <a:t>⚪</a:t>
            </a:r>
            <a:r>
              <a:rPr lang="en-US" altLang="zh-CN" sz="900">
                <a:sym typeface="+mn-ea"/>
              </a:rPr>
              <a:t> chat</a:t>
            </a:r>
            <a:endParaRPr lang="zh-CN" altLang="en-US" sz="900">
              <a:sym typeface="+mn-ea"/>
            </a:endParaRPr>
          </a:p>
        </p:txBody>
      </p:sp>
      <p:sp>
        <p:nvSpPr>
          <p:cNvPr id="81" name="文本框 80"/>
          <p:cNvSpPr txBox="1"/>
          <p:nvPr/>
        </p:nvSpPr>
        <p:spPr>
          <a:xfrm>
            <a:off x="2374265" y="4531995"/>
            <a:ext cx="1433195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900">
                <a:sym typeface="+mn-ea"/>
              </a:rPr>
              <a:t>⚪</a:t>
            </a:r>
            <a:r>
              <a:rPr lang="en-US" altLang="zh-CN" sz="900">
                <a:sym typeface="+mn-ea"/>
              </a:rPr>
              <a:t> chat</a:t>
            </a:r>
            <a:endParaRPr lang="zh-CN" altLang="en-US" sz="900">
              <a:sym typeface="+mn-ea"/>
            </a:endParaRPr>
          </a:p>
        </p:txBody>
      </p:sp>
      <p:sp>
        <p:nvSpPr>
          <p:cNvPr id="82" name="文本框 81"/>
          <p:cNvSpPr txBox="1"/>
          <p:nvPr/>
        </p:nvSpPr>
        <p:spPr>
          <a:xfrm>
            <a:off x="2374265" y="4761865"/>
            <a:ext cx="1433195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900">
                <a:sym typeface="+mn-ea"/>
              </a:rPr>
              <a:t>⚪</a:t>
            </a:r>
            <a:r>
              <a:rPr lang="en-US" altLang="zh-CN" sz="900">
                <a:sym typeface="+mn-ea"/>
              </a:rPr>
              <a:t> chat</a:t>
            </a:r>
            <a:endParaRPr lang="zh-CN" altLang="en-US" sz="900">
              <a:sym typeface="+mn-ea"/>
            </a:endParaRPr>
          </a:p>
        </p:txBody>
      </p:sp>
      <p:sp>
        <p:nvSpPr>
          <p:cNvPr id="83" name="文本框 82"/>
          <p:cNvSpPr txBox="1"/>
          <p:nvPr/>
        </p:nvSpPr>
        <p:spPr>
          <a:xfrm>
            <a:off x="2374265" y="4991735"/>
            <a:ext cx="1433195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900">
                <a:sym typeface="+mn-ea"/>
              </a:rPr>
              <a:t>⚪</a:t>
            </a:r>
            <a:r>
              <a:rPr lang="en-US" altLang="zh-CN" sz="900">
                <a:sym typeface="+mn-ea"/>
              </a:rPr>
              <a:t> cha</a:t>
            </a:r>
            <a:r>
              <a:rPr lang="en-US" altLang="zh-CN" sz="900">
                <a:sym typeface="+mn-ea"/>
              </a:rPr>
              <a:t>t</a:t>
            </a:r>
            <a:endParaRPr lang="en-US" altLang="zh-CN" sz="900">
              <a:sym typeface="+mn-ea"/>
            </a:endParaRPr>
          </a:p>
        </p:txBody>
      </p:sp>
      <p:sp>
        <p:nvSpPr>
          <p:cNvPr id="84" name="文本框 83"/>
          <p:cNvSpPr txBox="1"/>
          <p:nvPr/>
        </p:nvSpPr>
        <p:spPr>
          <a:xfrm>
            <a:off x="2374265" y="5250180"/>
            <a:ext cx="1433195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900">
                <a:sym typeface="+mn-ea"/>
              </a:rPr>
              <a:t>⚪</a:t>
            </a:r>
            <a:r>
              <a:rPr lang="en-US" altLang="zh-CN" sz="900">
                <a:sym typeface="+mn-ea"/>
              </a:rPr>
              <a:t> chat</a:t>
            </a:r>
            <a:endParaRPr lang="zh-CN" altLang="en-US" sz="900">
              <a:sym typeface="+mn-ea"/>
            </a:endParaRPr>
          </a:p>
        </p:txBody>
      </p:sp>
      <p:sp>
        <p:nvSpPr>
          <p:cNvPr id="85" name="文本框 84"/>
          <p:cNvSpPr txBox="1"/>
          <p:nvPr/>
        </p:nvSpPr>
        <p:spPr>
          <a:xfrm>
            <a:off x="2374265" y="5480050"/>
            <a:ext cx="1433195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900">
                <a:sym typeface="+mn-ea"/>
              </a:rPr>
              <a:t>⚪</a:t>
            </a:r>
            <a:r>
              <a:rPr lang="en-US" altLang="zh-CN" sz="900">
                <a:sym typeface="+mn-ea"/>
              </a:rPr>
              <a:t> chat</a:t>
            </a:r>
            <a:endParaRPr lang="zh-CN" altLang="en-US" sz="900">
              <a:sym typeface="+mn-ea"/>
            </a:endParaRPr>
          </a:p>
        </p:txBody>
      </p:sp>
      <p:sp>
        <p:nvSpPr>
          <p:cNvPr id="86" name="文本框 85"/>
          <p:cNvSpPr txBox="1"/>
          <p:nvPr/>
        </p:nvSpPr>
        <p:spPr>
          <a:xfrm>
            <a:off x="2374265" y="5709920"/>
            <a:ext cx="1433195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900">
                <a:sym typeface="+mn-ea"/>
              </a:rPr>
              <a:t>浏览更多</a:t>
            </a:r>
            <a:r>
              <a:rPr lang="en-US" altLang="zh-CN" sz="900">
                <a:sym typeface="+mn-ea"/>
              </a:rPr>
              <a:t>…</a:t>
            </a:r>
            <a:endParaRPr lang="zh-CN" altLang="en-US" sz="900">
              <a:sym typeface="+mn-ea"/>
            </a:endParaRPr>
          </a:p>
        </p:txBody>
      </p:sp>
      <p:sp>
        <p:nvSpPr>
          <p:cNvPr id="87" name="文本框 86"/>
          <p:cNvSpPr txBox="1"/>
          <p:nvPr/>
        </p:nvSpPr>
        <p:spPr>
          <a:xfrm>
            <a:off x="3692525" y="3594735"/>
            <a:ext cx="274955" cy="2146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r"/>
            <a:r>
              <a:rPr lang="en-US" altLang="zh-CN" sz="900">
                <a:sym typeface="+mn-ea"/>
              </a:rPr>
              <a:t>…</a:t>
            </a:r>
            <a:endParaRPr lang="en-US" altLang="zh-CN" sz="900">
              <a:sym typeface="+mn-ea"/>
            </a:endParaRPr>
          </a:p>
        </p:txBody>
      </p:sp>
      <p:sp>
        <p:nvSpPr>
          <p:cNvPr id="88" name="文本框 87"/>
          <p:cNvSpPr txBox="1"/>
          <p:nvPr/>
        </p:nvSpPr>
        <p:spPr>
          <a:xfrm>
            <a:off x="3692525" y="3832860"/>
            <a:ext cx="274955" cy="2146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r"/>
            <a:r>
              <a:rPr lang="en-US" altLang="zh-CN" sz="900">
                <a:sym typeface="+mn-ea"/>
              </a:rPr>
              <a:t>…</a:t>
            </a:r>
            <a:endParaRPr lang="en-US" altLang="zh-CN" sz="900">
              <a:sym typeface="+mn-ea"/>
            </a:endParaRPr>
          </a:p>
        </p:txBody>
      </p:sp>
      <p:sp>
        <p:nvSpPr>
          <p:cNvPr id="89" name="文本框 88"/>
          <p:cNvSpPr txBox="1"/>
          <p:nvPr/>
        </p:nvSpPr>
        <p:spPr>
          <a:xfrm>
            <a:off x="3489960" y="4101465"/>
            <a:ext cx="477520" cy="2063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r"/>
            <a:r>
              <a:rPr lang="en-US" altLang="zh-CN" sz="900">
                <a:sym typeface="+mn-ea"/>
              </a:rPr>
              <a:t>↓ </a:t>
            </a:r>
            <a:r>
              <a:rPr lang="en-US" altLang="zh-CN" sz="900">
                <a:sym typeface="+mn-ea"/>
              </a:rPr>
              <a:t>…</a:t>
            </a:r>
            <a:endParaRPr lang="en-US" altLang="zh-CN" sz="900">
              <a:sym typeface="+mn-ea"/>
            </a:endParaRPr>
          </a:p>
        </p:txBody>
      </p:sp>
      <p:sp>
        <p:nvSpPr>
          <p:cNvPr id="90" name="文本框 89"/>
          <p:cNvSpPr txBox="1"/>
          <p:nvPr/>
        </p:nvSpPr>
        <p:spPr>
          <a:xfrm>
            <a:off x="3692525" y="4269105"/>
            <a:ext cx="274955" cy="2146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r"/>
            <a:r>
              <a:rPr lang="en-US" altLang="zh-CN" sz="900">
                <a:sym typeface="+mn-ea"/>
              </a:rPr>
              <a:t>…</a:t>
            </a:r>
            <a:endParaRPr lang="en-US" altLang="zh-CN" sz="900">
              <a:sym typeface="+mn-ea"/>
            </a:endParaRPr>
          </a:p>
        </p:txBody>
      </p:sp>
      <p:sp>
        <p:nvSpPr>
          <p:cNvPr id="91" name="文本框 90"/>
          <p:cNvSpPr txBox="1"/>
          <p:nvPr/>
        </p:nvSpPr>
        <p:spPr>
          <a:xfrm>
            <a:off x="3692525" y="4507230"/>
            <a:ext cx="274955" cy="2146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r"/>
            <a:r>
              <a:rPr lang="en-US" altLang="zh-CN" sz="900">
                <a:sym typeface="+mn-ea"/>
              </a:rPr>
              <a:t>…</a:t>
            </a:r>
            <a:endParaRPr lang="en-US" altLang="zh-CN" sz="900">
              <a:sym typeface="+mn-ea"/>
            </a:endParaRPr>
          </a:p>
        </p:txBody>
      </p:sp>
      <p:sp>
        <p:nvSpPr>
          <p:cNvPr id="92" name="文本框 91"/>
          <p:cNvSpPr txBox="1"/>
          <p:nvPr/>
        </p:nvSpPr>
        <p:spPr>
          <a:xfrm>
            <a:off x="3692525" y="4737100"/>
            <a:ext cx="274955" cy="2146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r"/>
            <a:r>
              <a:rPr lang="en-US" altLang="zh-CN" sz="900">
                <a:sym typeface="+mn-ea"/>
              </a:rPr>
              <a:t>…</a:t>
            </a:r>
            <a:endParaRPr lang="en-US" altLang="zh-CN" sz="900">
              <a:sym typeface="+mn-ea"/>
            </a:endParaRPr>
          </a:p>
        </p:txBody>
      </p:sp>
      <p:sp>
        <p:nvSpPr>
          <p:cNvPr id="93" name="文本框 92"/>
          <p:cNvSpPr txBox="1"/>
          <p:nvPr/>
        </p:nvSpPr>
        <p:spPr>
          <a:xfrm>
            <a:off x="3692525" y="4958715"/>
            <a:ext cx="274955" cy="2146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r"/>
            <a:r>
              <a:rPr lang="en-US" altLang="zh-CN" sz="900">
                <a:sym typeface="+mn-ea"/>
              </a:rPr>
              <a:t>…</a:t>
            </a:r>
            <a:endParaRPr lang="en-US" altLang="zh-CN" sz="900">
              <a:sym typeface="+mn-ea"/>
            </a:endParaRPr>
          </a:p>
        </p:txBody>
      </p:sp>
      <p:sp>
        <p:nvSpPr>
          <p:cNvPr id="94" name="文本框 93"/>
          <p:cNvSpPr txBox="1"/>
          <p:nvPr/>
        </p:nvSpPr>
        <p:spPr>
          <a:xfrm>
            <a:off x="3692525" y="5196840"/>
            <a:ext cx="274955" cy="2146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r"/>
            <a:r>
              <a:rPr lang="en-US" altLang="zh-CN" sz="900">
                <a:sym typeface="+mn-ea"/>
              </a:rPr>
              <a:t>…</a:t>
            </a:r>
            <a:endParaRPr lang="en-US" altLang="zh-CN" sz="900">
              <a:sym typeface="+mn-ea"/>
            </a:endParaRPr>
          </a:p>
        </p:txBody>
      </p:sp>
      <p:sp>
        <p:nvSpPr>
          <p:cNvPr id="95" name="文本框 94"/>
          <p:cNvSpPr txBox="1"/>
          <p:nvPr/>
        </p:nvSpPr>
        <p:spPr>
          <a:xfrm>
            <a:off x="3692525" y="5426710"/>
            <a:ext cx="274955" cy="2146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r"/>
            <a:r>
              <a:rPr lang="en-US" altLang="zh-CN" sz="900">
                <a:sym typeface="+mn-ea"/>
              </a:rPr>
              <a:t>…</a:t>
            </a:r>
            <a:endParaRPr lang="en-US" altLang="zh-CN" sz="900">
              <a:sym typeface="+mn-ea"/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3501390" y="1955165"/>
            <a:ext cx="466090" cy="2139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r"/>
            <a:r>
              <a:rPr lang="en-US" altLang="zh-CN" sz="900">
                <a:sym typeface="+mn-ea"/>
              </a:rPr>
              <a:t>↓ </a:t>
            </a:r>
            <a:r>
              <a:rPr lang="en-US" altLang="zh-CN" sz="900">
                <a:sym typeface="+mn-ea"/>
              </a:rPr>
              <a:t>…</a:t>
            </a:r>
            <a:endParaRPr lang="en-US" altLang="zh-CN" sz="900">
              <a:sym typeface="+mn-ea"/>
            </a:endParaRPr>
          </a:p>
        </p:txBody>
      </p:sp>
      <p:pic>
        <p:nvPicPr>
          <p:cNvPr id="68" name="图片 67" descr="b384e63d7c88ece4ac7bf74e49c9a0d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29355" y="1443355"/>
            <a:ext cx="193675" cy="193675"/>
          </a:xfrm>
          <a:prstGeom prst="rect">
            <a:avLst/>
          </a:prstGeom>
        </p:spPr>
      </p:pic>
      <p:pic>
        <p:nvPicPr>
          <p:cNvPr id="120" name="图片 119" descr="2c9059e3fb3c3b64a9f44a907323304b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687445" y="936625"/>
            <a:ext cx="234950" cy="234950"/>
          </a:xfrm>
          <a:prstGeom prst="rect">
            <a:avLst/>
          </a:prstGeom>
        </p:spPr>
      </p:pic>
      <p:sp>
        <p:nvSpPr>
          <p:cNvPr id="135" name="任意多边形 134"/>
          <p:cNvSpPr/>
          <p:nvPr/>
        </p:nvSpPr>
        <p:spPr>
          <a:xfrm>
            <a:off x="3770630" y="6332220"/>
            <a:ext cx="143510" cy="143510"/>
          </a:xfrm>
          <a:custGeom>
            <a:avLst/>
            <a:gdLst>
              <a:gd name="connisteX0" fmla="*/ 91686 w 143950"/>
              <a:gd name="connsiteY0" fmla="*/ 69729 h 143946"/>
              <a:gd name="connisteX1" fmla="*/ 105195 w 143950"/>
              <a:gd name="connsiteY1" fmla="*/ 66436 h 143946"/>
              <a:gd name="connisteX2" fmla="*/ 143950 w 143950"/>
              <a:gd name="connsiteY2" fmla="*/ 105191 h 143946"/>
              <a:gd name="connisteX3" fmla="*/ 143950 w 143950"/>
              <a:gd name="connsiteY3" fmla="*/ 127337 h 143946"/>
              <a:gd name="connisteX4" fmla="*/ 138413 w 143950"/>
              <a:gd name="connsiteY4" fmla="*/ 132873 h 143946"/>
              <a:gd name="connisteX5" fmla="*/ 105195 w 143950"/>
              <a:gd name="connsiteY5" fmla="*/ 132873 h 143946"/>
              <a:gd name="connisteX6" fmla="*/ 66436 w 143950"/>
              <a:gd name="connsiteY6" fmla="*/ 22145 h 143946"/>
              <a:gd name="connisteX7" fmla="*/ 44291 w 143950"/>
              <a:gd name="connsiteY7" fmla="*/ 44291 h 143946"/>
              <a:gd name="connisteX8" fmla="*/ 22145 w 143950"/>
              <a:gd name="connsiteY8" fmla="*/ 22145 h 143946"/>
              <a:gd name="connisteX9" fmla="*/ 44291 w 143950"/>
              <a:gd name="connsiteY9" fmla="*/ 0 h 143946"/>
              <a:gd name="connisteX10" fmla="*/ 66436 w 143950"/>
              <a:gd name="connsiteY10" fmla="*/ 22145 h 143946"/>
              <a:gd name="connisteX11" fmla="*/ 88582 w 143950"/>
              <a:gd name="connsiteY11" fmla="*/ 110728 h 143946"/>
              <a:gd name="connisteX12" fmla="*/ 88582 w 143950"/>
              <a:gd name="connsiteY12" fmla="*/ 138410 h 143946"/>
              <a:gd name="connisteX13" fmla="*/ 83046 w 143950"/>
              <a:gd name="connsiteY13" fmla="*/ 143946 h 143946"/>
              <a:gd name="connisteX14" fmla="*/ 5536 w 143950"/>
              <a:gd name="connsiteY14" fmla="*/ 143946 h 143946"/>
              <a:gd name="connisteX15" fmla="*/ 0 w 143950"/>
              <a:gd name="connsiteY15" fmla="*/ 138410 h 143946"/>
              <a:gd name="connisteX16" fmla="*/ 0 w 143950"/>
              <a:gd name="connsiteY16" fmla="*/ 110728 h 143946"/>
              <a:gd name="connisteX17" fmla="*/ 44291 w 143950"/>
              <a:gd name="connsiteY17" fmla="*/ 66436 h 143946"/>
              <a:gd name="connisteX18" fmla="*/ 88582 w 143950"/>
              <a:gd name="connsiteY18" fmla="*/ 110728 h 143946"/>
              <a:gd name="connisteX19" fmla="*/ 121806 w 143950"/>
              <a:gd name="connsiteY19" fmla="*/ 27682 h 143946"/>
              <a:gd name="connisteX20" fmla="*/ 105197 w 143950"/>
              <a:gd name="connsiteY20" fmla="*/ 44291 h 143946"/>
              <a:gd name="connisteX21" fmla="*/ 88588 w 143950"/>
              <a:gd name="connsiteY21" fmla="*/ 27682 h 143946"/>
              <a:gd name="connisteX22" fmla="*/ 105197 w 143950"/>
              <a:gd name="connsiteY22" fmla="*/ 11072 h 143946"/>
              <a:gd name="connisteX23" fmla="*/ 121806 w 143950"/>
              <a:gd name="connsiteY23" fmla="*/ 27682 h 143946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  <a:cxn ang="0">
                <a:pos x="connisteX9" y="connsiteY9"/>
              </a:cxn>
              <a:cxn ang="0">
                <a:pos x="connisteX10" y="connsiteY10"/>
              </a:cxn>
              <a:cxn ang="0">
                <a:pos x="connisteX11" y="connsiteY11"/>
              </a:cxn>
              <a:cxn ang="0">
                <a:pos x="connisteX12" y="connsiteY12"/>
              </a:cxn>
              <a:cxn ang="0">
                <a:pos x="connisteX13" y="connsiteY13"/>
              </a:cxn>
              <a:cxn ang="0">
                <a:pos x="connisteX14" y="connsiteY14"/>
              </a:cxn>
              <a:cxn ang="0">
                <a:pos x="connisteX15" y="connsiteY15"/>
              </a:cxn>
              <a:cxn ang="0">
                <a:pos x="connisteX16" y="connsiteY16"/>
              </a:cxn>
              <a:cxn ang="0">
                <a:pos x="connisteX17" y="connsiteY17"/>
              </a:cxn>
              <a:cxn ang="0">
                <a:pos x="connisteX18" y="connsiteY18"/>
              </a:cxn>
              <a:cxn ang="0">
                <a:pos x="connisteX19" y="connsiteY19"/>
              </a:cxn>
              <a:cxn ang="0">
                <a:pos x="connisteX20" y="connsiteY20"/>
              </a:cxn>
              <a:cxn ang="0">
                <a:pos x="connisteX21" y="connsiteY21"/>
              </a:cxn>
              <a:cxn ang="0">
                <a:pos x="connisteX22" y="connsiteY22"/>
              </a:cxn>
              <a:cxn ang="0">
                <a:pos x="connisteX23" y="connsiteY23"/>
              </a:cxn>
            </a:cxnLst>
            <a:rect l="l" t="t" r="r" b="b"/>
            <a:pathLst>
              <a:path w="143950" h="143947">
                <a:moveTo>
                  <a:pt x="91686" y="69729"/>
                </a:moveTo>
                <a:cubicBezTo>
                  <a:pt x="95330" y="67951"/>
                  <a:pt x="99250" y="66437"/>
                  <a:pt x="105195" y="66437"/>
                </a:cubicBezTo>
                <a:cubicBezTo>
                  <a:pt x="126599" y="66437"/>
                  <a:pt x="143950" y="83788"/>
                  <a:pt x="143950" y="105192"/>
                </a:cubicBezTo>
                <a:lnTo>
                  <a:pt x="143950" y="127337"/>
                </a:lnTo>
                <a:cubicBezTo>
                  <a:pt x="143950" y="130395"/>
                  <a:pt x="141472" y="132874"/>
                  <a:pt x="138414" y="132874"/>
                </a:cubicBezTo>
                <a:cubicBezTo>
                  <a:pt x="123810" y="132874"/>
                  <a:pt x="117396" y="132874"/>
                  <a:pt x="105195" y="132874"/>
                </a:cubicBezTo>
                <a:moveTo>
                  <a:pt x="66437" y="22146"/>
                </a:moveTo>
                <a:cubicBezTo>
                  <a:pt x="66437" y="34376"/>
                  <a:pt x="56522" y="44291"/>
                  <a:pt x="44291" y="44291"/>
                </a:cubicBezTo>
                <a:cubicBezTo>
                  <a:pt x="32060" y="44291"/>
                  <a:pt x="22146" y="34376"/>
                  <a:pt x="22146" y="22146"/>
                </a:cubicBezTo>
                <a:cubicBezTo>
                  <a:pt x="22146" y="9915"/>
                  <a:pt x="32060" y="0"/>
                  <a:pt x="44291" y="0"/>
                </a:cubicBezTo>
                <a:cubicBezTo>
                  <a:pt x="56522" y="0"/>
                  <a:pt x="66437" y="9915"/>
                  <a:pt x="66437" y="22146"/>
                </a:cubicBezTo>
                <a:moveTo>
                  <a:pt x="88583" y="110728"/>
                </a:moveTo>
                <a:lnTo>
                  <a:pt x="88583" y="138410"/>
                </a:lnTo>
                <a:cubicBezTo>
                  <a:pt x="88583" y="141468"/>
                  <a:pt x="86104" y="143947"/>
                  <a:pt x="83046" y="143947"/>
                </a:cubicBezTo>
                <a:lnTo>
                  <a:pt x="5536" y="143947"/>
                </a:lnTo>
                <a:cubicBezTo>
                  <a:pt x="2479" y="143947"/>
                  <a:pt x="0" y="141468"/>
                  <a:pt x="0" y="138410"/>
                </a:cubicBezTo>
                <a:lnTo>
                  <a:pt x="0" y="110728"/>
                </a:lnTo>
                <a:cubicBezTo>
                  <a:pt x="0" y="86267"/>
                  <a:pt x="19830" y="66437"/>
                  <a:pt x="44291" y="66437"/>
                </a:cubicBezTo>
                <a:cubicBezTo>
                  <a:pt x="68753" y="66437"/>
                  <a:pt x="88583" y="86267"/>
                  <a:pt x="88583" y="110728"/>
                </a:cubicBezTo>
                <a:moveTo>
                  <a:pt x="121806" y="27682"/>
                </a:moveTo>
                <a:cubicBezTo>
                  <a:pt x="121806" y="36855"/>
                  <a:pt x="114370" y="44291"/>
                  <a:pt x="105197" y="44291"/>
                </a:cubicBezTo>
                <a:cubicBezTo>
                  <a:pt x="96024" y="44291"/>
                  <a:pt x="88588" y="36855"/>
                  <a:pt x="88588" y="27682"/>
                </a:cubicBezTo>
                <a:cubicBezTo>
                  <a:pt x="88588" y="18509"/>
                  <a:pt x="96024" y="11073"/>
                  <a:pt x="105197" y="11073"/>
                </a:cubicBezTo>
                <a:cubicBezTo>
                  <a:pt x="114370" y="11073"/>
                  <a:pt x="121806" y="18509"/>
                  <a:pt x="121806" y="27682"/>
                </a:cubicBezTo>
              </a:path>
            </a:pathLst>
          </a:custGeom>
          <a:noFill/>
          <a:ln w="11073" cap="rnd">
            <a:solidFill>
              <a:srgbClr val="333333"/>
            </a:solidFill>
            <a:round/>
          </a:ln>
        </p:spPr>
        <p:txBody>
          <a:bodyPr/>
          <a:p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2411730" y="1443355"/>
            <a:ext cx="1525270" cy="171450"/>
          </a:xfrm>
          <a:prstGeom prst="rect">
            <a:avLst/>
          </a:prstGeom>
          <a:noFill/>
          <a:ln>
            <a:solidFill>
              <a:schemeClr val="bg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4" name="直接连接符 3"/>
          <p:cNvCxnSpPr/>
          <p:nvPr/>
        </p:nvCxnSpPr>
        <p:spPr>
          <a:xfrm flipH="1">
            <a:off x="4007485" y="3407410"/>
            <a:ext cx="7943215" cy="762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4243705" y="2248535"/>
            <a:ext cx="1433830" cy="97345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等腰三角形 8"/>
          <p:cNvSpPr/>
          <p:nvPr/>
        </p:nvSpPr>
        <p:spPr>
          <a:xfrm rot="5400000">
            <a:off x="5748655" y="2663825"/>
            <a:ext cx="304800" cy="141605"/>
          </a:xfrm>
          <a:prstGeom prst="triangle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6092825" y="2248535"/>
            <a:ext cx="1433830" cy="97345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等腰三角形 13"/>
          <p:cNvSpPr/>
          <p:nvPr/>
        </p:nvSpPr>
        <p:spPr>
          <a:xfrm rot="5400000">
            <a:off x="7591425" y="2663825"/>
            <a:ext cx="304800" cy="141605"/>
          </a:xfrm>
          <a:prstGeom prst="triangle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7935595" y="2248535"/>
            <a:ext cx="1433830" cy="97345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等腰三角形 15"/>
          <p:cNvSpPr/>
          <p:nvPr/>
        </p:nvSpPr>
        <p:spPr>
          <a:xfrm rot="5400000">
            <a:off x="9448165" y="2663825"/>
            <a:ext cx="304800" cy="141605"/>
          </a:xfrm>
          <a:prstGeom prst="triangle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9792335" y="2248535"/>
            <a:ext cx="1433830" cy="97345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等腰三角形 17"/>
          <p:cNvSpPr/>
          <p:nvPr/>
        </p:nvSpPr>
        <p:spPr>
          <a:xfrm rot="5400000">
            <a:off x="11304905" y="2682875"/>
            <a:ext cx="304800" cy="141605"/>
          </a:xfrm>
          <a:prstGeom prst="triangle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6" name="文本框 115"/>
          <p:cNvSpPr txBox="1"/>
          <p:nvPr/>
        </p:nvSpPr>
        <p:spPr>
          <a:xfrm>
            <a:off x="4243705" y="2248535"/>
            <a:ext cx="1219835" cy="2368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900"/>
              <a:t>⚪</a:t>
            </a:r>
            <a:r>
              <a:rPr lang="en-US" altLang="zh-CN" sz="900"/>
              <a:t> </a:t>
            </a:r>
            <a:r>
              <a:rPr lang="zh-CN" altLang="en-US" sz="900"/>
              <a:t>确定研究思</a:t>
            </a:r>
            <a:r>
              <a:rPr lang="zh-CN" altLang="en-US" sz="900"/>
              <a:t>路</a:t>
            </a:r>
            <a:endParaRPr lang="zh-CN" altLang="en-US" sz="900"/>
          </a:p>
        </p:txBody>
      </p:sp>
      <p:sp>
        <p:nvSpPr>
          <p:cNvPr id="110" name="文本框 109"/>
          <p:cNvSpPr txBox="1"/>
          <p:nvPr/>
        </p:nvSpPr>
        <p:spPr>
          <a:xfrm>
            <a:off x="9792335" y="2255520"/>
            <a:ext cx="850900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900"/>
              <a:t>⚪</a:t>
            </a:r>
            <a:r>
              <a:rPr lang="en-US" altLang="zh-CN" sz="900"/>
              <a:t> </a:t>
            </a:r>
            <a:r>
              <a:rPr lang="zh-CN" altLang="en-US" sz="900"/>
              <a:t>跑回归</a:t>
            </a:r>
            <a:endParaRPr lang="zh-CN" altLang="en-US" sz="900"/>
          </a:p>
        </p:txBody>
      </p:sp>
      <p:sp>
        <p:nvSpPr>
          <p:cNvPr id="111" name="文本框 110"/>
          <p:cNvSpPr txBox="1"/>
          <p:nvPr/>
        </p:nvSpPr>
        <p:spPr>
          <a:xfrm>
            <a:off x="6092825" y="2248535"/>
            <a:ext cx="1219835" cy="2368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900"/>
              <a:t>⚪</a:t>
            </a:r>
            <a:r>
              <a:rPr lang="en-US" altLang="zh-CN" sz="900"/>
              <a:t> </a:t>
            </a:r>
            <a:r>
              <a:rPr lang="zh-CN" altLang="en-US" sz="900"/>
              <a:t>数据</a:t>
            </a:r>
            <a:r>
              <a:rPr lang="zh-CN" altLang="en-US" sz="900"/>
              <a:t>清洗</a:t>
            </a:r>
            <a:endParaRPr lang="zh-CN" altLang="en-US" sz="900"/>
          </a:p>
        </p:txBody>
      </p:sp>
      <p:sp>
        <p:nvSpPr>
          <p:cNvPr id="112" name="文本框 111"/>
          <p:cNvSpPr txBox="1"/>
          <p:nvPr/>
        </p:nvSpPr>
        <p:spPr>
          <a:xfrm>
            <a:off x="7935595" y="2248535"/>
            <a:ext cx="1219835" cy="2368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900"/>
              <a:t>⚪</a:t>
            </a:r>
            <a:r>
              <a:rPr lang="en-US" altLang="zh-CN" sz="900"/>
              <a:t> </a:t>
            </a:r>
            <a:r>
              <a:rPr lang="zh-CN" altLang="en-US" sz="900"/>
              <a:t>收集</a:t>
            </a:r>
            <a:r>
              <a:rPr lang="zh-CN" altLang="en-US" sz="900"/>
              <a:t>数据</a:t>
            </a:r>
            <a:endParaRPr lang="zh-CN" altLang="en-US" sz="900"/>
          </a:p>
        </p:txBody>
      </p:sp>
      <p:sp>
        <p:nvSpPr>
          <p:cNvPr id="113" name="文本框 112"/>
          <p:cNvSpPr txBox="1"/>
          <p:nvPr/>
        </p:nvSpPr>
        <p:spPr>
          <a:xfrm>
            <a:off x="10687685" y="2992120"/>
            <a:ext cx="538480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r"/>
            <a:r>
              <a:rPr lang="en-US" altLang="zh-CN" sz="900"/>
              <a:t>58</a:t>
            </a:r>
            <a:r>
              <a:rPr lang="zh-CN" altLang="en-US" sz="900"/>
              <a:t>秒前</a:t>
            </a:r>
            <a:endParaRPr lang="zh-CN" altLang="en-US" sz="900"/>
          </a:p>
        </p:txBody>
      </p:sp>
      <p:sp>
        <p:nvSpPr>
          <p:cNvPr id="114" name="文本框 113"/>
          <p:cNvSpPr txBox="1"/>
          <p:nvPr/>
        </p:nvSpPr>
        <p:spPr>
          <a:xfrm>
            <a:off x="8830945" y="2992120"/>
            <a:ext cx="538480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r"/>
            <a:r>
              <a:rPr lang="en-US" altLang="zh-CN" sz="900"/>
              <a:t>1</a:t>
            </a:r>
            <a:r>
              <a:rPr lang="zh-CN" altLang="en-US" sz="900"/>
              <a:t>天前</a:t>
            </a:r>
            <a:endParaRPr lang="zh-CN" altLang="en-US" sz="900"/>
          </a:p>
        </p:txBody>
      </p:sp>
      <p:sp>
        <p:nvSpPr>
          <p:cNvPr id="115" name="文本框 114"/>
          <p:cNvSpPr txBox="1"/>
          <p:nvPr/>
        </p:nvSpPr>
        <p:spPr>
          <a:xfrm>
            <a:off x="6988175" y="2992120"/>
            <a:ext cx="538480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r"/>
            <a:r>
              <a:rPr lang="en-US" altLang="zh-CN" sz="900"/>
              <a:t>3</a:t>
            </a:r>
            <a:r>
              <a:rPr lang="zh-CN" altLang="en-US" sz="900"/>
              <a:t>天前</a:t>
            </a:r>
            <a:endParaRPr lang="zh-CN" altLang="en-US" sz="900"/>
          </a:p>
        </p:txBody>
      </p:sp>
      <p:sp>
        <p:nvSpPr>
          <p:cNvPr id="117" name="文本框 116"/>
          <p:cNvSpPr txBox="1"/>
          <p:nvPr/>
        </p:nvSpPr>
        <p:spPr>
          <a:xfrm>
            <a:off x="5139055" y="2992120"/>
            <a:ext cx="538480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r"/>
            <a:r>
              <a:rPr lang="en-US" sz="900"/>
              <a:t>1</a:t>
            </a:r>
            <a:r>
              <a:rPr lang="zh-CN" altLang="en-US" sz="900"/>
              <a:t>周前</a:t>
            </a:r>
            <a:endParaRPr lang="zh-CN" altLang="en-US" sz="900"/>
          </a:p>
        </p:txBody>
      </p:sp>
      <p:sp>
        <p:nvSpPr>
          <p:cNvPr id="20" name="文本框 19"/>
          <p:cNvSpPr txBox="1"/>
          <p:nvPr/>
        </p:nvSpPr>
        <p:spPr>
          <a:xfrm>
            <a:off x="4243705" y="2485390"/>
            <a:ext cx="1219835" cy="5067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900">
                <a:sym typeface="+mn-ea"/>
              </a:rPr>
              <a:t>简述</a:t>
            </a:r>
            <a:r>
              <a:rPr lang="en-US" altLang="zh-CN" sz="900">
                <a:sym typeface="+mn-ea"/>
              </a:rPr>
              <a:t>&gt;</a:t>
            </a:r>
            <a:endParaRPr lang="en-US" altLang="zh-CN" sz="900"/>
          </a:p>
          <a:p>
            <a:r>
              <a:rPr lang="zh-CN" altLang="en-US" sz="900"/>
              <a:t>文件列表</a:t>
            </a:r>
            <a:r>
              <a:rPr lang="en-US" altLang="zh-CN" sz="900"/>
              <a:t>&gt;</a:t>
            </a:r>
            <a:endParaRPr lang="en-US" altLang="zh-CN" sz="900"/>
          </a:p>
          <a:p>
            <a:r>
              <a:rPr lang="zh-CN" altLang="en-US" sz="900"/>
              <a:t>日志详情</a:t>
            </a:r>
            <a:r>
              <a:rPr lang="en-US" altLang="zh-CN" sz="900"/>
              <a:t>&gt;</a:t>
            </a:r>
            <a:endParaRPr lang="en-US" altLang="zh-CN" sz="900"/>
          </a:p>
          <a:p>
            <a:endParaRPr lang="en-US" altLang="zh-CN" sz="900"/>
          </a:p>
        </p:txBody>
      </p:sp>
      <p:sp>
        <p:nvSpPr>
          <p:cNvPr id="31" name="文本框 30"/>
          <p:cNvSpPr txBox="1"/>
          <p:nvPr/>
        </p:nvSpPr>
        <p:spPr>
          <a:xfrm>
            <a:off x="6092825" y="2485390"/>
            <a:ext cx="1219835" cy="5067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900">
                <a:sym typeface="+mn-ea"/>
              </a:rPr>
              <a:t>简述</a:t>
            </a:r>
            <a:r>
              <a:rPr lang="en-US" altLang="zh-CN" sz="900">
                <a:sym typeface="+mn-ea"/>
              </a:rPr>
              <a:t>&gt;</a:t>
            </a:r>
            <a:endParaRPr lang="en-US" altLang="zh-CN" sz="900"/>
          </a:p>
          <a:p>
            <a:r>
              <a:rPr lang="zh-CN" altLang="en-US" sz="900"/>
              <a:t>文件列表</a:t>
            </a:r>
            <a:r>
              <a:rPr lang="en-US" altLang="zh-CN" sz="900"/>
              <a:t>&gt;</a:t>
            </a:r>
            <a:endParaRPr lang="en-US" altLang="zh-CN" sz="900"/>
          </a:p>
          <a:p>
            <a:r>
              <a:rPr lang="zh-CN" altLang="en-US" sz="900"/>
              <a:t>日志详情</a:t>
            </a:r>
            <a:r>
              <a:rPr lang="en-US" altLang="zh-CN" sz="900"/>
              <a:t>&gt;</a:t>
            </a:r>
            <a:endParaRPr lang="en-US" altLang="zh-CN" sz="900"/>
          </a:p>
          <a:p>
            <a:endParaRPr lang="en-US" altLang="zh-CN" sz="900"/>
          </a:p>
        </p:txBody>
      </p:sp>
      <p:sp>
        <p:nvSpPr>
          <p:cNvPr id="32" name="文本框 31"/>
          <p:cNvSpPr txBox="1"/>
          <p:nvPr/>
        </p:nvSpPr>
        <p:spPr>
          <a:xfrm>
            <a:off x="7935595" y="2485390"/>
            <a:ext cx="1219835" cy="5067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900">
                <a:sym typeface="+mn-ea"/>
              </a:rPr>
              <a:t>简述</a:t>
            </a:r>
            <a:r>
              <a:rPr lang="en-US" altLang="zh-CN" sz="900">
                <a:sym typeface="+mn-ea"/>
              </a:rPr>
              <a:t>&gt;</a:t>
            </a:r>
            <a:endParaRPr lang="en-US" altLang="zh-CN" sz="900"/>
          </a:p>
          <a:p>
            <a:r>
              <a:rPr lang="zh-CN" altLang="en-US" sz="900"/>
              <a:t>文件列表</a:t>
            </a:r>
            <a:r>
              <a:rPr lang="en-US" altLang="zh-CN" sz="900"/>
              <a:t>&gt;</a:t>
            </a:r>
            <a:endParaRPr lang="en-US" altLang="zh-CN" sz="900"/>
          </a:p>
          <a:p>
            <a:r>
              <a:rPr lang="zh-CN" altLang="en-US" sz="900"/>
              <a:t>日志详情</a:t>
            </a:r>
            <a:r>
              <a:rPr lang="en-US" altLang="zh-CN" sz="900"/>
              <a:t>&gt;</a:t>
            </a:r>
            <a:endParaRPr lang="en-US" altLang="zh-CN" sz="900"/>
          </a:p>
          <a:p>
            <a:endParaRPr lang="en-US" altLang="zh-CN" sz="900"/>
          </a:p>
        </p:txBody>
      </p:sp>
      <p:sp>
        <p:nvSpPr>
          <p:cNvPr id="33" name="文本框 32"/>
          <p:cNvSpPr txBox="1"/>
          <p:nvPr/>
        </p:nvSpPr>
        <p:spPr>
          <a:xfrm>
            <a:off x="9792335" y="2485390"/>
            <a:ext cx="1219835" cy="5067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900">
                <a:sym typeface="+mn-ea"/>
              </a:rPr>
              <a:t>简述</a:t>
            </a:r>
            <a:r>
              <a:rPr lang="en-US" altLang="zh-CN" sz="900">
                <a:sym typeface="+mn-ea"/>
              </a:rPr>
              <a:t>&gt;</a:t>
            </a:r>
            <a:endParaRPr lang="en-US" altLang="zh-CN" sz="900"/>
          </a:p>
          <a:p>
            <a:r>
              <a:rPr lang="zh-CN" altLang="en-US" sz="900"/>
              <a:t>文件列表</a:t>
            </a:r>
            <a:r>
              <a:rPr lang="en-US" altLang="zh-CN" sz="900"/>
              <a:t>&gt;</a:t>
            </a:r>
            <a:endParaRPr lang="en-US" altLang="zh-CN" sz="900"/>
          </a:p>
          <a:p>
            <a:r>
              <a:rPr lang="zh-CN" altLang="en-US" sz="900"/>
              <a:t>日志详情</a:t>
            </a:r>
            <a:r>
              <a:rPr lang="en-US" altLang="zh-CN" sz="900"/>
              <a:t>&gt;</a:t>
            </a:r>
            <a:endParaRPr lang="en-US" altLang="zh-CN" sz="900"/>
          </a:p>
          <a:p>
            <a:endParaRPr lang="en-US" altLang="zh-CN" sz="900"/>
          </a:p>
        </p:txBody>
      </p:sp>
      <p:grpSp>
        <p:nvGrpSpPr>
          <p:cNvPr id="34" name="组合 33"/>
          <p:cNvGrpSpPr/>
          <p:nvPr/>
        </p:nvGrpSpPr>
        <p:grpSpPr>
          <a:xfrm rot="5400000">
            <a:off x="7900553" y="-329047"/>
            <a:ext cx="76835" cy="7312894"/>
            <a:chOff x="16307" y="7987"/>
            <a:chExt cx="121" cy="1563"/>
          </a:xfrm>
        </p:grpSpPr>
        <p:sp>
          <p:nvSpPr>
            <p:cNvPr id="36" name="矩形 35"/>
            <p:cNvSpPr/>
            <p:nvPr/>
          </p:nvSpPr>
          <p:spPr>
            <a:xfrm>
              <a:off x="16307" y="7987"/>
              <a:ext cx="120" cy="15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8" name="矩形 37"/>
            <p:cNvSpPr/>
            <p:nvPr/>
          </p:nvSpPr>
          <p:spPr>
            <a:xfrm>
              <a:off x="16308" y="8001"/>
              <a:ext cx="120" cy="1549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39" name="矩形 38"/>
          <p:cNvSpPr/>
          <p:nvPr/>
        </p:nvSpPr>
        <p:spPr>
          <a:xfrm>
            <a:off x="4243705" y="1083310"/>
            <a:ext cx="7409180" cy="105664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40" name="组合 39"/>
          <p:cNvGrpSpPr/>
          <p:nvPr/>
        </p:nvGrpSpPr>
        <p:grpSpPr>
          <a:xfrm rot="5400000">
            <a:off x="7900553" y="-1595237"/>
            <a:ext cx="76835" cy="7312894"/>
            <a:chOff x="16307" y="7987"/>
            <a:chExt cx="121" cy="1563"/>
          </a:xfrm>
        </p:grpSpPr>
        <p:sp>
          <p:nvSpPr>
            <p:cNvPr id="41" name="矩形 40"/>
            <p:cNvSpPr/>
            <p:nvPr/>
          </p:nvSpPr>
          <p:spPr>
            <a:xfrm>
              <a:off x="16307" y="7987"/>
              <a:ext cx="120" cy="15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2" name="矩形 41"/>
            <p:cNvSpPr/>
            <p:nvPr/>
          </p:nvSpPr>
          <p:spPr>
            <a:xfrm>
              <a:off x="16308" y="7988"/>
              <a:ext cx="120" cy="98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48" name="矩形 47"/>
          <p:cNvSpPr/>
          <p:nvPr/>
        </p:nvSpPr>
        <p:spPr>
          <a:xfrm rot="5400000">
            <a:off x="7802245" y="-295910"/>
            <a:ext cx="76200" cy="724725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9" name="文本框 48"/>
          <p:cNvSpPr txBox="1"/>
          <p:nvPr/>
        </p:nvSpPr>
        <p:spPr>
          <a:xfrm>
            <a:off x="5384165" y="1207135"/>
            <a:ext cx="1524635" cy="2362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900"/>
              <a:t>⚪</a:t>
            </a:r>
            <a:r>
              <a:rPr lang="en-US" altLang="zh-CN" sz="900"/>
              <a:t> </a:t>
            </a:r>
            <a:r>
              <a:rPr lang="zh-CN" altLang="en-US" sz="900"/>
              <a:t>重新打包</a:t>
            </a:r>
            <a:r>
              <a:rPr lang="en-US" altLang="zh-CN" sz="900"/>
              <a:t>proj1</a:t>
            </a:r>
            <a:r>
              <a:rPr lang="zh-CN" altLang="en-US" sz="900"/>
              <a:t>的</a:t>
            </a:r>
            <a:r>
              <a:rPr lang="zh-CN" altLang="en-US" sz="900"/>
              <a:t>材料</a:t>
            </a:r>
            <a:endParaRPr lang="zh-CN" altLang="en-US" sz="900"/>
          </a:p>
        </p:txBody>
      </p:sp>
      <p:sp>
        <p:nvSpPr>
          <p:cNvPr id="52" name="文本框 51"/>
          <p:cNvSpPr txBox="1"/>
          <p:nvPr/>
        </p:nvSpPr>
        <p:spPr>
          <a:xfrm>
            <a:off x="6908800" y="1207770"/>
            <a:ext cx="1524635" cy="2362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900"/>
              <a:t>⚪</a:t>
            </a:r>
            <a:r>
              <a:rPr lang="en-US" altLang="zh-CN" sz="900"/>
              <a:t> </a:t>
            </a:r>
            <a:r>
              <a:rPr lang="zh-CN" altLang="en-US" sz="900"/>
              <a:t>打包材料投稿</a:t>
            </a:r>
            <a:r>
              <a:rPr lang="en-US" altLang="zh-CN" sz="900"/>
              <a:t>-</a:t>
            </a:r>
            <a:r>
              <a:rPr lang="zh-CN" altLang="en-US" sz="900"/>
              <a:t>中文</a:t>
            </a:r>
            <a:endParaRPr lang="zh-CN" altLang="en-US" sz="900"/>
          </a:p>
        </p:txBody>
      </p:sp>
      <p:sp>
        <p:nvSpPr>
          <p:cNvPr id="54" name="文本框 53"/>
          <p:cNvSpPr txBox="1"/>
          <p:nvPr/>
        </p:nvSpPr>
        <p:spPr>
          <a:xfrm>
            <a:off x="8433435" y="1207770"/>
            <a:ext cx="1524635" cy="2362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900"/>
              <a:t>⚪</a:t>
            </a:r>
            <a:r>
              <a:rPr lang="en-US" altLang="zh-CN" sz="900"/>
              <a:t> </a:t>
            </a:r>
            <a:r>
              <a:rPr lang="zh-CN" altLang="en-US" sz="900"/>
              <a:t>产业经济</a:t>
            </a:r>
            <a:r>
              <a:rPr lang="zh-CN" altLang="en-US" sz="900"/>
              <a:t>数据库</a:t>
            </a:r>
            <a:endParaRPr lang="zh-CN" altLang="en-US" sz="900"/>
          </a:p>
        </p:txBody>
      </p:sp>
      <p:sp>
        <p:nvSpPr>
          <p:cNvPr id="55" name="文本框 54"/>
          <p:cNvSpPr txBox="1"/>
          <p:nvPr/>
        </p:nvSpPr>
        <p:spPr>
          <a:xfrm>
            <a:off x="9958070" y="1207135"/>
            <a:ext cx="1524635" cy="2362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900"/>
              <a:t>⚪</a:t>
            </a:r>
            <a:r>
              <a:rPr lang="en-US" altLang="zh-CN" sz="900"/>
              <a:t> </a:t>
            </a:r>
            <a:r>
              <a:rPr lang="zh-CN" altLang="en-US" sz="900"/>
              <a:t>审查全文</a:t>
            </a:r>
            <a:r>
              <a:rPr lang="en-US" altLang="zh-CN" sz="900"/>
              <a:t> </a:t>
            </a:r>
            <a:endParaRPr lang="zh-CN" altLang="en-US" sz="900"/>
          </a:p>
        </p:txBody>
      </p:sp>
      <p:sp>
        <p:nvSpPr>
          <p:cNvPr id="56" name="文本框 55"/>
          <p:cNvSpPr txBox="1"/>
          <p:nvPr/>
        </p:nvSpPr>
        <p:spPr>
          <a:xfrm>
            <a:off x="4243070" y="1207770"/>
            <a:ext cx="1141095" cy="2355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900"/>
              <a:t>续</a:t>
            </a:r>
            <a:r>
              <a:rPr lang="en-US" altLang="zh-CN" sz="900"/>
              <a:t>proj2</a:t>
            </a:r>
            <a:r>
              <a:rPr lang="zh-CN" altLang="en-US" sz="900"/>
              <a:t>的</a:t>
            </a:r>
            <a:r>
              <a:rPr lang="zh-CN" altLang="en-US" sz="900"/>
              <a:t>问题</a:t>
            </a:r>
            <a:endParaRPr lang="zh-CN" altLang="en-US" sz="900"/>
          </a:p>
        </p:txBody>
      </p:sp>
      <p:sp>
        <p:nvSpPr>
          <p:cNvPr id="62" name="文本框 61"/>
          <p:cNvSpPr txBox="1"/>
          <p:nvPr/>
        </p:nvSpPr>
        <p:spPr>
          <a:xfrm>
            <a:off x="4243070" y="1725295"/>
            <a:ext cx="1141095" cy="2355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r"/>
            <a:r>
              <a:rPr lang="zh-CN" altLang="en-US" sz="900"/>
              <a:t>创建于</a:t>
            </a:r>
            <a:r>
              <a:rPr lang="en-US" altLang="zh-CN" sz="900"/>
              <a:t>2026/08/01</a:t>
            </a:r>
            <a:endParaRPr lang="en-US" altLang="zh-CN" sz="900"/>
          </a:p>
        </p:txBody>
      </p:sp>
      <p:sp>
        <p:nvSpPr>
          <p:cNvPr id="64" name="文本框 63"/>
          <p:cNvSpPr txBox="1"/>
          <p:nvPr/>
        </p:nvSpPr>
        <p:spPr>
          <a:xfrm>
            <a:off x="5767705" y="1725295"/>
            <a:ext cx="1141095" cy="2355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r"/>
            <a:r>
              <a:rPr lang="zh-CN" altLang="en-US" sz="900"/>
              <a:t>修改于</a:t>
            </a:r>
            <a:r>
              <a:rPr lang="en-US" altLang="zh-CN" sz="900"/>
              <a:t>1</a:t>
            </a:r>
            <a:r>
              <a:rPr lang="zh-CN" altLang="en-US" sz="900"/>
              <a:t>月</a:t>
            </a:r>
            <a:r>
              <a:rPr lang="zh-CN" altLang="en-US" sz="900"/>
              <a:t>前</a:t>
            </a:r>
            <a:endParaRPr lang="zh-CN" altLang="en-US" sz="900"/>
          </a:p>
        </p:txBody>
      </p:sp>
      <p:sp>
        <p:nvSpPr>
          <p:cNvPr id="65" name="文本框 64"/>
          <p:cNvSpPr txBox="1"/>
          <p:nvPr/>
        </p:nvSpPr>
        <p:spPr>
          <a:xfrm>
            <a:off x="7292340" y="1719580"/>
            <a:ext cx="1141095" cy="2355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r"/>
            <a:r>
              <a:rPr lang="zh-CN" altLang="en-US" sz="900"/>
              <a:t>修改于于</a:t>
            </a:r>
            <a:r>
              <a:rPr lang="en-US" altLang="zh-CN" sz="900"/>
              <a:t>2</a:t>
            </a:r>
            <a:r>
              <a:rPr lang="zh-CN" altLang="en-US" sz="900"/>
              <a:t>周</a:t>
            </a:r>
            <a:r>
              <a:rPr lang="zh-CN" altLang="en-US" sz="900"/>
              <a:t>前</a:t>
            </a:r>
            <a:endParaRPr lang="zh-CN" altLang="en-US" sz="900"/>
          </a:p>
        </p:txBody>
      </p:sp>
      <p:sp>
        <p:nvSpPr>
          <p:cNvPr id="66" name="文本框 65"/>
          <p:cNvSpPr txBox="1"/>
          <p:nvPr/>
        </p:nvSpPr>
        <p:spPr>
          <a:xfrm>
            <a:off x="8816975" y="1719580"/>
            <a:ext cx="1141095" cy="2355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r"/>
            <a:r>
              <a:rPr lang="zh-CN" altLang="en-US" sz="900"/>
              <a:t>创建于</a:t>
            </a:r>
            <a:r>
              <a:rPr lang="en-US" sz="900"/>
              <a:t>5</a:t>
            </a:r>
            <a:r>
              <a:rPr lang="zh-CN" altLang="en-US" sz="900"/>
              <a:t>天</a:t>
            </a:r>
            <a:r>
              <a:rPr lang="zh-CN" altLang="en-US" sz="900"/>
              <a:t>前</a:t>
            </a:r>
            <a:endParaRPr lang="zh-CN" altLang="en-US" sz="900"/>
          </a:p>
        </p:txBody>
      </p:sp>
      <p:sp>
        <p:nvSpPr>
          <p:cNvPr id="67" name="文本框 66"/>
          <p:cNvSpPr txBox="1"/>
          <p:nvPr/>
        </p:nvSpPr>
        <p:spPr>
          <a:xfrm>
            <a:off x="10048875" y="1719580"/>
            <a:ext cx="1433830" cy="2355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r"/>
            <a:r>
              <a:rPr lang="zh-CN" altLang="en-US" sz="900"/>
              <a:t>创建于</a:t>
            </a:r>
            <a:r>
              <a:rPr lang="en-US" sz="900"/>
              <a:t>7</a:t>
            </a:r>
            <a:r>
              <a:rPr lang="zh-CN" altLang="en-US" sz="900"/>
              <a:t>小时</a:t>
            </a:r>
            <a:r>
              <a:rPr lang="en-US" altLang="zh-CN" sz="900"/>
              <a:t>20</a:t>
            </a:r>
            <a:r>
              <a:rPr lang="zh-CN" altLang="en-US" sz="900"/>
              <a:t>分钟</a:t>
            </a:r>
            <a:r>
              <a:rPr lang="zh-CN" altLang="en-US" sz="900"/>
              <a:t>前</a:t>
            </a:r>
            <a:endParaRPr lang="zh-CN" altLang="en-US" sz="900"/>
          </a:p>
        </p:txBody>
      </p:sp>
      <p:sp>
        <p:nvSpPr>
          <p:cNvPr id="75" name="矩形 74"/>
          <p:cNvSpPr/>
          <p:nvPr/>
        </p:nvSpPr>
        <p:spPr>
          <a:xfrm>
            <a:off x="4189095" y="3577590"/>
            <a:ext cx="1197610" cy="38989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6" name="矩形 75"/>
          <p:cNvSpPr/>
          <p:nvPr/>
        </p:nvSpPr>
        <p:spPr>
          <a:xfrm>
            <a:off x="4189095" y="4142105"/>
            <a:ext cx="1197610" cy="38989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7" name="文本框 96"/>
          <p:cNvSpPr txBox="1"/>
          <p:nvPr/>
        </p:nvSpPr>
        <p:spPr>
          <a:xfrm>
            <a:off x="4217035" y="3655060"/>
            <a:ext cx="1141095" cy="2355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900"/>
              <a:t>+ </a:t>
            </a:r>
            <a:r>
              <a:rPr lang="zh-CN" altLang="en-US" sz="900"/>
              <a:t>添加</a:t>
            </a:r>
            <a:r>
              <a:rPr lang="zh-CN" altLang="en-US" sz="900"/>
              <a:t>计划</a:t>
            </a:r>
            <a:endParaRPr lang="zh-CN" altLang="en-US" sz="900"/>
          </a:p>
        </p:txBody>
      </p:sp>
      <p:sp>
        <p:nvSpPr>
          <p:cNvPr id="98" name="文本框 97"/>
          <p:cNvSpPr txBox="1"/>
          <p:nvPr/>
        </p:nvSpPr>
        <p:spPr>
          <a:xfrm>
            <a:off x="4217035" y="4218940"/>
            <a:ext cx="1141095" cy="2355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900"/>
              <a:t>+ </a:t>
            </a:r>
            <a:r>
              <a:rPr lang="zh-CN" altLang="en-US" sz="900"/>
              <a:t>添加</a:t>
            </a:r>
            <a:r>
              <a:rPr lang="zh-CN" altLang="en-US" sz="900"/>
              <a:t>日志</a:t>
            </a:r>
            <a:endParaRPr lang="zh-CN" altLang="en-US" sz="900"/>
          </a:p>
        </p:txBody>
      </p:sp>
      <p:sp>
        <p:nvSpPr>
          <p:cNvPr id="101" name="文本框 100"/>
          <p:cNvSpPr txBox="1"/>
          <p:nvPr/>
        </p:nvSpPr>
        <p:spPr>
          <a:xfrm>
            <a:off x="218440" y="209550"/>
            <a:ext cx="1944370" cy="3048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工作站</a:t>
            </a:r>
            <a:endParaRPr lang="zh-CN" altLang="en-US"/>
          </a:p>
        </p:txBody>
      </p:sp>
      <p:cxnSp>
        <p:nvCxnSpPr>
          <p:cNvPr id="13" name="直接连接符 12"/>
          <p:cNvCxnSpPr/>
          <p:nvPr/>
        </p:nvCxnSpPr>
        <p:spPr>
          <a:xfrm flipV="1">
            <a:off x="5649595" y="3407410"/>
            <a:ext cx="0" cy="312547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2" name="矩形 21"/>
          <p:cNvSpPr/>
          <p:nvPr/>
        </p:nvSpPr>
        <p:spPr>
          <a:xfrm>
            <a:off x="6844030" y="3676015"/>
            <a:ext cx="970915" cy="42545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6844030" y="3774440"/>
            <a:ext cx="970915" cy="2355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900"/>
              <a:t>绪论</a:t>
            </a:r>
            <a:endParaRPr lang="zh-CN" altLang="en-US" sz="900"/>
          </a:p>
        </p:txBody>
      </p:sp>
      <p:sp>
        <p:nvSpPr>
          <p:cNvPr id="25" name="矩形 24"/>
          <p:cNvSpPr/>
          <p:nvPr/>
        </p:nvSpPr>
        <p:spPr>
          <a:xfrm>
            <a:off x="6844030" y="4413885"/>
            <a:ext cx="970915" cy="42545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文本框 25"/>
          <p:cNvSpPr txBox="1"/>
          <p:nvPr/>
        </p:nvSpPr>
        <p:spPr>
          <a:xfrm>
            <a:off x="6844030" y="4512310"/>
            <a:ext cx="970915" cy="2355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900"/>
              <a:t>综述</a:t>
            </a:r>
            <a:endParaRPr lang="zh-CN" altLang="en-US" sz="900"/>
          </a:p>
        </p:txBody>
      </p:sp>
      <p:grpSp>
        <p:nvGrpSpPr>
          <p:cNvPr id="47" name="组合 46"/>
          <p:cNvGrpSpPr/>
          <p:nvPr/>
        </p:nvGrpSpPr>
        <p:grpSpPr>
          <a:xfrm>
            <a:off x="5739130" y="3491230"/>
            <a:ext cx="177800" cy="177800"/>
            <a:chOff x="1116" y="2953"/>
            <a:chExt cx="337" cy="337"/>
          </a:xfrm>
        </p:grpSpPr>
        <p:sp>
          <p:nvSpPr>
            <p:cNvPr id="28" name="任意多边形 27"/>
            <p:cNvSpPr/>
            <p:nvPr/>
          </p:nvSpPr>
          <p:spPr>
            <a:xfrm>
              <a:off x="1116" y="3138"/>
              <a:ext cx="152" cy="152"/>
            </a:xfrm>
            <a:custGeom>
              <a:avLst/>
              <a:gdLst>
                <a:gd name="connisteX0" fmla="*/ 76863 w 96908"/>
                <a:gd name="connsiteY0" fmla="*/ 3439 h 96908"/>
                <a:gd name="connisteX1" fmla="*/ 93469 w 96908"/>
                <a:gd name="connsiteY1" fmla="*/ 3439 h 96908"/>
                <a:gd name="connisteX2" fmla="*/ 93469 w 96908"/>
                <a:gd name="connsiteY2" fmla="*/ 20045 h 96908"/>
                <a:gd name="connisteX3" fmla="*/ 40066 w 96908"/>
                <a:gd name="connsiteY3" fmla="*/ 73419 h 96908"/>
                <a:gd name="connisteX4" fmla="*/ 77824 w 96908"/>
                <a:gd name="connsiteY4" fmla="*/ 73419 h 96908"/>
                <a:gd name="connisteX5" fmla="*/ 89568 w 96908"/>
                <a:gd name="connsiteY5" fmla="*/ 85164 h 96908"/>
                <a:gd name="connisteX6" fmla="*/ 77824 w 96908"/>
                <a:gd name="connsiteY6" fmla="*/ 96908 h 96908"/>
                <a:gd name="connisteX7" fmla="*/ 19086 w 96908"/>
                <a:gd name="connsiteY7" fmla="*/ 96908 h 96908"/>
                <a:gd name="connisteX8" fmla="*/ 5449 w 96908"/>
                <a:gd name="connsiteY8" fmla="*/ 91459 h 96908"/>
                <a:gd name="connisteX9" fmla="*/ 0 w 96908"/>
                <a:gd name="connsiteY9" fmla="*/ 77821 h 96908"/>
                <a:gd name="connisteX10" fmla="*/ 0 w 96908"/>
                <a:gd name="connsiteY10" fmla="*/ 19084 h 96908"/>
                <a:gd name="connisteX11" fmla="*/ 11744 w 96908"/>
                <a:gd name="connsiteY11" fmla="*/ 7339 h 96908"/>
                <a:gd name="connisteX12" fmla="*/ 23489 w 96908"/>
                <a:gd name="connsiteY12" fmla="*/ 19084 h 96908"/>
                <a:gd name="connisteX13" fmla="*/ 23489 w 96908"/>
                <a:gd name="connsiteY13" fmla="*/ 56770 h 96908"/>
                <a:gd name="connisteX14" fmla="*/ 76863 w 96908"/>
                <a:gd name="connsiteY14" fmla="*/ 3439 h 96908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  <a:cxn ang="0">
                  <a:pos x="connisteX9" y="connsiteY9"/>
                </a:cxn>
                <a:cxn ang="0">
                  <a:pos x="connisteX10" y="connsiteY10"/>
                </a:cxn>
                <a:cxn ang="0">
                  <a:pos x="connisteX11" y="connsiteY11"/>
                </a:cxn>
                <a:cxn ang="0">
                  <a:pos x="connisteX12" y="connsiteY12"/>
                </a:cxn>
                <a:cxn ang="0">
                  <a:pos x="connisteX13" y="connsiteY13"/>
                </a:cxn>
                <a:cxn ang="0">
                  <a:pos x="connisteX14" y="connsiteY14"/>
                </a:cxn>
              </a:cxnLst>
              <a:rect l="l" t="t" r="r" b="b"/>
              <a:pathLst>
                <a:path w="96909" h="96909">
                  <a:moveTo>
                    <a:pt x="76864" y="3439"/>
                  </a:moveTo>
                  <a:cubicBezTo>
                    <a:pt x="81452" y="-1146"/>
                    <a:pt x="88883" y="-1147"/>
                    <a:pt x="93469" y="3439"/>
                  </a:cubicBezTo>
                  <a:cubicBezTo>
                    <a:pt x="98055" y="8027"/>
                    <a:pt x="98056" y="15459"/>
                    <a:pt x="93469" y="20045"/>
                  </a:cubicBezTo>
                  <a:lnTo>
                    <a:pt x="40066" y="73420"/>
                  </a:lnTo>
                  <a:lnTo>
                    <a:pt x="77824" y="73420"/>
                  </a:lnTo>
                  <a:cubicBezTo>
                    <a:pt x="84312" y="73420"/>
                    <a:pt x="89569" y="78676"/>
                    <a:pt x="89569" y="85164"/>
                  </a:cubicBezTo>
                  <a:cubicBezTo>
                    <a:pt x="89569" y="91652"/>
                    <a:pt x="84312" y="96909"/>
                    <a:pt x="77824" y="96909"/>
                  </a:cubicBezTo>
                  <a:lnTo>
                    <a:pt x="19087" y="96909"/>
                  </a:lnTo>
                  <a:cubicBezTo>
                    <a:pt x="14216" y="96909"/>
                    <a:pt x="9235" y="95245"/>
                    <a:pt x="5449" y="91459"/>
                  </a:cubicBezTo>
                  <a:cubicBezTo>
                    <a:pt x="1663" y="87674"/>
                    <a:pt x="0" y="82692"/>
                    <a:pt x="0" y="77822"/>
                  </a:cubicBezTo>
                  <a:lnTo>
                    <a:pt x="0" y="19084"/>
                  </a:lnTo>
                  <a:cubicBezTo>
                    <a:pt x="0" y="12596"/>
                    <a:pt x="5257" y="7340"/>
                    <a:pt x="11745" y="7340"/>
                  </a:cubicBezTo>
                  <a:cubicBezTo>
                    <a:pt x="18233" y="7340"/>
                    <a:pt x="23489" y="12596"/>
                    <a:pt x="23489" y="19084"/>
                  </a:cubicBezTo>
                  <a:lnTo>
                    <a:pt x="23489" y="56770"/>
                  </a:lnTo>
                  <a:lnTo>
                    <a:pt x="76864" y="343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endParaRPr lang="zh-CN" altLang="en-US"/>
            </a:p>
          </p:txBody>
        </p:sp>
        <p:sp>
          <p:nvSpPr>
            <p:cNvPr id="29" name="任意多边形 28"/>
            <p:cNvSpPr/>
            <p:nvPr/>
          </p:nvSpPr>
          <p:spPr>
            <a:xfrm>
              <a:off x="1312" y="3149"/>
              <a:ext cx="141" cy="141"/>
            </a:xfrm>
            <a:custGeom>
              <a:avLst/>
              <a:gdLst>
                <a:gd name="connisteX0" fmla="*/ 77824 w 89568"/>
                <a:gd name="connsiteY0" fmla="*/ 0 h 89568"/>
                <a:gd name="connisteX1" fmla="*/ 89568 w 89568"/>
                <a:gd name="connsiteY1" fmla="*/ 11744 h 89568"/>
                <a:gd name="connisteX2" fmla="*/ 89568 w 89568"/>
                <a:gd name="connsiteY2" fmla="*/ 63139 h 89568"/>
                <a:gd name="connisteX3" fmla="*/ 82097 w 89568"/>
                <a:gd name="connsiteY3" fmla="*/ 82097 h 89568"/>
                <a:gd name="connisteX4" fmla="*/ 63139 w 89568"/>
                <a:gd name="connsiteY4" fmla="*/ 89568 h 89568"/>
                <a:gd name="connisteX5" fmla="*/ 11744 w 89568"/>
                <a:gd name="connsiteY5" fmla="*/ 89568 h 89568"/>
                <a:gd name="connisteX6" fmla="*/ 0 w 89568"/>
                <a:gd name="connsiteY6" fmla="*/ 77824 h 89568"/>
                <a:gd name="connisteX7" fmla="*/ 11744 w 89568"/>
                <a:gd name="connsiteY7" fmla="*/ 66079 h 89568"/>
                <a:gd name="connisteX8" fmla="*/ 63139 w 89568"/>
                <a:gd name="connsiteY8" fmla="*/ 66079 h 89568"/>
                <a:gd name="connisteX9" fmla="*/ 65477 w 89568"/>
                <a:gd name="connsiteY9" fmla="*/ 65477 h 89568"/>
                <a:gd name="connisteX10" fmla="*/ 66079 w 89568"/>
                <a:gd name="connsiteY10" fmla="*/ 63139 h 89568"/>
                <a:gd name="connisteX11" fmla="*/ 66079 w 89568"/>
                <a:gd name="connsiteY11" fmla="*/ 11744 h 89568"/>
                <a:gd name="connisteX12" fmla="*/ 77824 w 89568"/>
                <a:gd name="connsiteY12" fmla="*/ 0 h 89568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  <a:cxn ang="0">
                  <a:pos x="connisteX9" y="connsiteY9"/>
                </a:cxn>
                <a:cxn ang="0">
                  <a:pos x="connisteX10" y="connsiteY10"/>
                </a:cxn>
                <a:cxn ang="0">
                  <a:pos x="connisteX11" y="connsiteY11"/>
                </a:cxn>
                <a:cxn ang="0">
                  <a:pos x="connisteX12" y="connsiteY12"/>
                </a:cxn>
              </a:cxnLst>
              <a:rect l="l" t="t" r="r" b="b"/>
              <a:pathLst>
                <a:path w="89569" h="89569">
                  <a:moveTo>
                    <a:pt x="77824" y="0"/>
                  </a:moveTo>
                  <a:cubicBezTo>
                    <a:pt x="84312" y="0"/>
                    <a:pt x="89569" y="5257"/>
                    <a:pt x="89569" y="11745"/>
                  </a:cubicBezTo>
                  <a:lnTo>
                    <a:pt x="89569" y="63140"/>
                  </a:lnTo>
                  <a:cubicBezTo>
                    <a:pt x="89569" y="70214"/>
                    <a:pt x="87168" y="77027"/>
                    <a:pt x="82098" y="82098"/>
                  </a:cubicBezTo>
                  <a:cubicBezTo>
                    <a:pt x="77027" y="87168"/>
                    <a:pt x="70214" y="89569"/>
                    <a:pt x="63140" y="89569"/>
                  </a:cubicBezTo>
                  <a:lnTo>
                    <a:pt x="11745" y="89569"/>
                  </a:lnTo>
                  <a:cubicBezTo>
                    <a:pt x="5257" y="89569"/>
                    <a:pt x="0" y="84312"/>
                    <a:pt x="0" y="77824"/>
                  </a:cubicBezTo>
                  <a:cubicBezTo>
                    <a:pt x="0" y="71336"/>
                    <a:pt x="5257" y="66080"/>
                    <a:pt x="11745" y="66080"/>
                  </a:cubicBezTo>
                  <a:lnTo>
                    <a:pt x="63140" y="66080"/>
                  </a:lnTo>
                  <a:cubicBezTo>
                    <a:pt x="64880" y="66080"/>
                    <a:pt x="65409" y="65546"/>
                    <a:pt x="65477" y="65477"/>
                  </a:cubicBezTo>
                  <a:cubicBezTo>
                    <a:pt x="65546" y="65409"/>
                    <a:pt x="66080" y="64880"/>
                    <a:pt x="66080" y="63140"/>
                  </a:cubicBezTo>
                  <a:lnTo>
                    <a:pt x="66080" y="11745"/>
                  </a:lnTo>
                  <a:cubicBezTo>
                    <a:pt x="66080" y="5257"/>
                    <a:pt x="71336" y="0"/>
                    <a:pt x="7782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endParaRPr lang="zh-CN" altLang="en-US"/>
            </a:p>
          </p:txBody>
        </p:sp>
        <p:sp>
          <p:nvSpPr>
            <p:cNvPr id="30" name="任意多边形 29"/>
            <p:cNvSpPr/>
            <p:nvPr/>
          </p:nvSpPr>
          <p:spPr>
            <a:xfrm>
              <a:off x="1289" y="2953"/>
              <a:ext cx="164" cy="164"/>
            </a:xfrm>
            <a:custGeom>
              <a:avLst/>
              <a:gdLst>
                <a:gd name="connisteX0" fmla="*/ 85136 w 104251"/>
                <a:gd name="connsiteY0" fmla="*/ 0 h 104251"/>
                <a:gd name="connisteX1" fmla="*/ 98759 w 104251"/>
                <a:gd name="connsiteY1" fmla="*/ 5434 h 104251"/>
                <a:gd name="connisteX2" fmla="*/ 99031 w 104251"/>
                <a:gd name="connsiteY2" fmla="*/ 5764 h 104251"/>
                <a:gd name="connisteX3" fmla="*/ 99218 w 104251"/>
                <a:gd name="connsiteY3" fmla="*/ 5908 h 104251"/>
                <a:gd name="connisteX4" fmla="*/ 100738 w 104251"/>
                <a:gd name="connsiteY4" fmla="*/ 7815 h 104251"/>
                <a:gd name="connisteX5" fmla="*/ 104251 w 104251"/>
                <a:gd name="connsiteY5" fmla="*/ 19086 h 104251"/>
                <a:gd name="connisteX6" fmla="*/ 104251 w 104251"/>
                <a:gd name="connsiteY6" fmla="*/ 77824 h 104251"/>
                <a:gd name="connisteX7" fmla="*/ 92507 w 104251"/>
                <a:gd name="connsiteY7" fmla="*/ 89568 h 104251"/>
                <a:gd name="connisteX8" fmla="*/ 80762 w 104251"/>
                <a:gd name="connsiteY8" fmla="*/ 77824 h 104251"/>
                <a:gd name="connisteX9" fmla="*/ 80762 w 104251"/>
                <a:gd name="connsiteY9" fmla="*/ 40697 h 104251"/>
                <a:gd name="connisteX10" fmla="*/ 20003 w 104251"/>
                <a:gd name="connsiteY10" fmla="*/ 100854 h 104251"/>
                <a:gd name="connisteX11" fmla="*/ 3397 w 104251"/>
                <a:gd name="connsiteY11" fmla="*/ 100768 h 104251"/>
                <a:gd name="connisteX12" fmla="*/ 3483 w 104251"/>
                <a:gd name="connsiteY12" fmla="*/ 84162 h 104251"/>
                <a:gd name="connisteX13" fmla="*/ 64758 w 104251"/>
                <a:gd name="connsiteY13" fmla="*/ 23489 h 104251"/>
                <a:gd name="connisteX14" fmla="*/ 26427 w 104251"/>
                <a:gd name="connsiteY14" fmla="*/ 23489 h 104251"/>
                <a:gd name="connisteX15" fmla="*/ 14683 w 104251"/>
                <a:gd name="connsiteY15" fmla="*/ 11744 h 104251"/>
                <a:gd name="connisteX16" fmla="*/ 26427 w 104251"/>
                <a:gd name="connsiteY16" fmla="*/ 0 h 104251"/>
                <a:gd name="connisteX17" fmla="*/ 85136 w 104251"/>
                <a:gd name="connsiteY17" fmla="*/ 0 h 104251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  <a:cxn ang="0">
                  <a:pos x="connisteX9" y="connsiteY9"/>
                </a:cxn>
                <a:cxn ang="0">
                  <a:pos x="connisteX10" y="connsiteY10"/>
                </a:cxn>
                <a:cxn ang="0">
                  <a:pos x="connisteX11" y="connsiteY11"/>
                </a:cxn>
                <a:cxn ang="0">
                  <a:pos x="connisteX12" y="connsiteY12"/>
                </a:cxn>
                <a:cxn ang="0">
                  <a:pos x="connisteX13" y="connsiteY13"/>
                </a:cxn>
                <a:cxn ang="0">
                  <a:pos x="connisteX14" y="connsiteY14"/>
                </a:cxn>
                <a:cxn ang="0">
                  <a:pos x="connisteX15" y="connsiteY15"/>
                </a:cxn>
                <a:cxn ang="0">
                  <a:pos x="connisteX16" y="connsiteY16"/>
                </a:cxn>
                <a:cxn ang="0">
                  <a:pos x="connisteX17" y="connsiteY17"/>
                </a:cxn>
              </a:cxnLst>
              <a:rect l="l" t="t" r="r" b="b"/>
              <a:pathLst>
                <a:path w="104252" h="104252">
                  <a:moveTo>
                    <a:pt x="85136" y="0"/>
                  </a:moveTo>
                  <a:cubicBezTo>
                    <a:pt x="90001" y="1"/>
                    <a:pt x="94973" y="1671"/>
                    <a:pt x="98760" y="5435"/>
                  </a:cubicBezTo>
                  <a:cubicBezTo>
                    <a:pt x="98861" y="5536"/>
                    <a:pt x="98934" y="5662"/>
                    <a:pt x="99032" y="5765"/>
                  </a:cubicBezTo>
                  <a:cubicBezTo>
                    <a:pt x="99088" y="5819"/>
                    <a:pt x="99164" y="5853"/>
                    <a:pt x="99218" y="5908"/>
                  </a:cubicBezTo>
                  <a:cubicBezTo>
                    <a:pt x="99804" y="6499"/>
                    <a:pt x="100305" y="7143"/>
                    <a:pt x="100739" y="7815"/>
                  </a:cubicBezTo>
                  <a:cubicBezTo>
                    <a:pt x="103133" y="11184"/>
                    <a:pt x="104252" y="15150"/>
                    <a:pt x="104252" y="19087"/>
                  </a:cubicBezTo>
                  <a:lnTo>
                    <a:pt x="104252" y="77824"/>
                  </a:lnTo>
                  <a:cubicBezTo>
                    <a:pt x="104252" y="84312"/>
                    <a:pt x="98995" y="89569"/>
                    <a:pt x="92507" y="89569"/>
                  </a:cubicBezTo>
                  <a:cubicBezTo>
                    <a:pt x="86019" y="89569"/>
                    <a:pt x="80763" y="84312"/>
                    <a:pt x="80763" y="77824"/>
                  </a:cubicBezTo>
                  <a:lnTo>
                    <a:pt x="80763" y="40697"/>
                  </a:lnTo>
                  <a:lnTo>
                    <a:pt x="20003" y="100855"/>
                  </a:lnTo>
                  <a:cubicBezTo>
                    <a:pt x="15392" y="105418"/>
                    <a:pt x="7961" y="105379"/>
                    <a:pt x="3397" y="100769"/>
                  </a:cubicBezTo>
                  <a:cubicBezTo>
                    <a:pt x="-1166" y="96158"/>
                    <a:pt x="-1127" y="88727"/>
                    <a:pt x="3483" y="84163"/>
                  </a:cubicBezTo>
                  <a:lnTo>
                    <a:pt x="64759" y="23489"/>
                  </a:lnTo>
                  <a:lnTo>
                    <a:pt x="26428" y="23489"/>
                  </a:lnTo>
                  <a:cubicBezTo>
                    <a:pt x="19940" y="23489"/>
                    <a:pt x="14683" y="18233"/>
                    <a:pt x="14683" y="11745"/>
                  </a:cubicBezTo>
                  <a:cubicBezTo>
                    <a:pt x="14683" y="5257"/>
                    <a:pt x="19940" y="0"/>
                    <a:pt x="26428" y="0"/>
                  </a:cubicBezTo>
                  <a:lnTo>
                    <a:pt x="8513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endParaRPr lang="zh-CN" altLang="en-US"/>
            </a:p>
          </p:txBody>
        </p:sp>
        <p:sp>
          <p:nvSpPr>
            <p:cNvPr id="43" name="任意多边形 42"/>
            <p:cNvSpPr/>
            <p:nvPr/>
          </p:nvSpPr>
          <p:spPr>
            <a:xfrm>
              <a:off x="1116" y="2953"/>
              <a:ext cx="141" cy="141"/>
            </a:xfrm>
            <a:custGeom>
              <a:avLst/>
              <a:gdLst>
                <a:gd name="connisteX0" fmla="*/ 77824 w 89568"/>
                <a:gd name="connsiteY0" fmla="*/ 0 h 89568"/>
                <a:gd name="connisteX1" fmla="*/ 89568 w 89568"/>
                <a:gd name="connsiteY1" fmla="*/ 11744 h 89568"/>
                <a:gd name="connisteX2" fmla="*/ 77824 w 89568"/>
                <a:gd name="connsiteY2" fmla="*/ 23489 h 89568"/>
                <a:gd name="connisteX3" fmla="*/ 26429 w 89568"/>
                <a:gd name="connsiteY3" fmla="*/ 23489 h 89568"/>
                <a:gd name="connisteX4" fmla="*/ 24091 w 89568"/>
                <a:gd name="connsiteY4" fmla="*/ 24091 h 89568"/>
                <a:gd name="connisteX5" fmla="*/ 23489 w 89568"/>
                <a:gd name="connsiteY5" fmla="*/ 26429 h 89568"/>
                <a:gd name="connisteX6" fmla="*/ 23489 w 89568"/>
                <a:gd name="connsiteY6" fmla="*/ 77824 h 89568"/>
                <a:gd name="connisteX7" fmla="*/ 11744 w 89568"/>
                <a:gd name="connsiteY7" fmla="*/ 89568 h 89568"/>
                <a:gd name="connisteX8" fmla="*/ 0 w 89568"/>
                <a:gd name="connsiteY8" fmla="*/ 77824 h 89568"/>
                <a:gd name="connisteX9" fmla="*/ 0 w 89568"/>
                <a:gd name="connsiteY9" fmla="*/ 26429 h 89568"/>
                <a:gd name="connisteX10" fmla="*/ 7471 w 89568"/>
                <a:gd name="connsiteY10" fmla="*/ 7471 h 89568"/>
                <a:gd name="connisteX11" fmla="*/ 26429 w 89568"/>
                <a:gd name="connsiteY11" fmla="*/ 0 h 89568"/>
                <a:gd name="connisteX12" fmla="*/ 77824 w 89568"/>
                <a:gd name="connsiteY12" fmla="*/ 0 h 89568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  <a:cxn ang="0">
                  <a:pos x="connisteX9" y="connsiteY9"/>
                </a:cxn>
                <a:cxn ang="0">
                  <a:pos x="connisteX10" y="connsiteY10"/>
                </a:cxn>
                <a:cxn ang="0">
                  <a:pos x="connisteX11" y="connsiteY11"/>
                </a:cxn>
                <a:cxn ang="0">
                  <a:pos x="connisteX12" y="connsiteY12"/>
                </a:cxn>
              </a:cxnLst>
              <a:rect l="l" t="t" r="r" b="b"/>
              <a:pathLst>
                <a:path w="89569" h="89569">
                  <a:moveTo>
                    <a:pt x="77824" y="0"/>
                  </a:moveTo>
                  <a:cubicBezTo>
                    <a:pt x="84312" y="0"/>
                    <a:pt x="89569" y="5257"/>
                    <a:pt x="89569" y="11745"/>
                  </a:cubicBezTo>
                  <a:cubicBezTo>
                    <a:pt x="89569" y="18233"/>
                    <a:pt x="84312" y="23489"/>
                    <a:pt x="77824" y="23489"/>
                  </a:cubicBezTo>
                  <a:lnTo>
                    <a:pt x="26429" y="23489"/>
                  </a:lnTo>
                  <a:cubicBezTo>
                    <a:pt x="24689" y="23489"/>
                    <a:pt x="24160" y="24023"/>
                    <a:pt x="24092" y="24092"/>
                  </a:cubicBezTo>
                  <a:cubicBezTo>
                    <a:pt x="24023" y="24160"/>
                    <a:pt x="23489" y="24689"/>
                    <a:pt x="23489" y="26429"/>
                  </a:cubicBezTo>
                  <a:lnTo>
                    <a:pt x="23489" y="77824"/>
                  </a:lnTo>
                  <a:cubicBezTo>
                    <a:pt x="23489" y="84312"/>
                    <a:pt x="18233" y="89569"/>
                    <a:pt x="11745" y="89569"/>
                  </a:cubicBezTo>
                  <a:cubicBezTo>
                    <a:pt x="5257" y="89569"/>
                    <a:pt x="0" y="84312"/>
                    <a:pt x="0" y="77824"/>
                  </a:cubicBezTo>
                  <a:lnTo>
                    <a:pt x="0" y="26429"/>
                  </a:lnTo>
                  <a:cubicBezTo>
                    <a:pt x="0" y="19355"/>
                    <a:pt x="2401" y="12542"/>
                    <a:pt x="7471" y="7471"/>
                  </a:cubicBezTo>
                  <a:cubicBezTo>
                    <a:pt x="12542" y="2401"/>
                    <a:pt x="19355" y="0"/>
                    <a:pt x="26429" y="0"/>
                  </a:cubicBezTo>
                  <a:lnTo>
                    <a:pt x="7782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endParaRPr lang="zh-CN" altLang="en-US"/>
            </a:p>
          </p:txBody>
        </p:sp>
      </p:grpSp>
      <p:sp>
        <p:nvSpPr>
          <p:cNvPr id="50" name="矩形 49"/>
          <p:cNvSpPr/>
          <p:nvPr/>
        </p:nvSpPr>
        <p:spPr>
          <a:xfrm>
            <a:off x="6844030" y="5132070"/>
            <a:ext cx="970915" cy="42545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1" name="文本框 50"/>
          <p:cNvSpPr txBox="1"/>
          <p:nvPr/>
        </p:nvSpPr>
        <p:spPr>
          <a:xfrm>
            <a:off x="6837045" y="5230495"/>
            <a:ext cx="970915" cy="2355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900"/>
              <a:t>研究</a:t>
            </a:r>
            <a:r>
              <a:rPr lang="zh-CN" altLang="en-US" sz="900"/>
              <a:t>设计</a:t>
            </a:r>
            <a:endParaRPr lang="zh-CN" altLang="en-US" sz="900"/>
          </a:p>
        </p:txBody>
      </p:sp>
      <p:sp>
        <p:nvSpPr>
          <p:cNvPr id="96" name="矩形 95"/>
          <p:cNvSpPr/>
          <p:nvPr/>
        </p:nvSpPr>
        <p:spPr>
          <a:xfrm>
            <a:off x="6844030" y="5875655"/>
            <a:ext cx="970915" cy="42545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2" name="文本框 101"/>
          <p:cNvSpPr txBox="1"/>
          <p:nvPr/>
        </p:nvSpPr>
        <p:spPr>
          <a:xfrm>
            <a:off x="6844030" y="5974080"/>
            <a:ext cx="970915" cy="2355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900"/>
              <a:t>实证</a:t>
            </a:r>
            <a:r>
              <a:rPr lang="zh-CN" altLang="en-US" sz="900"/>
              <a:t>分析</a:t>
            </a:r>
            <a:endParaRPr lang="zh-CN" altLang="en-US" sz="900"/>
          </a:p>
        </p:txBody>
      </p:sp>
      <p:cxnSp>
        <p:nvCxnSpPr>
          <p:cNvPr id="103" name="直接箭头连接符 102"/>
          <p:cNvCxnSpPr>
            <a:stCxn id="22" idx="2"/>
            <a:endCxn id="25" idx="0"/>
          </p:cNvCxnSpPr>
          <p:nvPr/>
        </p:nvCxnSpPr>
        <p:spPr>
          <a:xfrm>
            <a:off x="7329805" y="4101465"/>
            <a:ext cx="0" cy="31242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4" name="直接箭头连接符 103"/>
          <p:cNvCxnSpPr>
            <a:stCxn id="25" idx="2"/>
            <a:endCxn id="50" idx="0"/>
          </p:cNvCxnSpPr>
          <p:nvPr/>
        </p:nvCxnSpPr>
        <p:spPr>
          <a:xfrm>
            <a:off x="7329805" y="4839335"/>
            <a:ext cx="0" cy="29273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5" name="直接箭头连接符 104"/>
          <p:cNvCxnSpPr>
            <a:stCxn id="50" idx="2"/>
            <a:endCxn id="96" idx="0"/>
          </p:cNvCxnSpPr>
          <p:nvPr/>
        </p:nvCxnSpPr>
        <p:spPr>
          <a:xfrm>
            <a:off x="7329805" y="5557520"/>
            <a:ext cx="0" cy="31813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6" name="直接箭头连接符 105"/>
          <p:cNvCxnSpPr>
            <a:stCxn id="96" idx="2"/>
          </p:cNvCxnSpPr>
          <p:nvPr/>
        </p:nvCxnSpPr>
        <p:spPr>
          <a:xfrm flipH="1">
            <a:off x="7320280" y="6301105"/>
            <a:ext cx="9525" cy="29591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7" name="直接连接符 106"/>
          <p:cNvCxnSpPr/>
          <p:nvPr/>
        </p:nvCxnSpPr>
        <p:spPr>
          <a:xfrm flipV="1">
            <a:off x="10217785" y="3397250"/>
            <a:ext cx="0" cy="312547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8" name="文本框 107"/>
          <p:cNvSpPr txBox="1"/>
          <p:nvPr/>
        </p:nvSpPr>
        <p:spPr>
          <a:xfrm>
            <a:off x="5916295" y="3463290"/>
            <a:ext cx="1141095" cy="2355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zh-CN" altLang="en-US" sz="900"/>
              <a:t>研究框架与</a:t>
            </a:r>
            <a:r>
              <a:rPr lang="zh-CN" altLang="en-US" sz="900"/>
              <a:t>进展</a:t>
            </a:r>
            <a:endParaRPr lang="zh-CN" altLang="en-US" sz="900"/>
          </a:p>
        </p:txBody>
      </p:sp>
      <p:sp>
        <p:nvSpPr>
          <p:cNvPr id="109" name="矩形 108"/>
          <p:cNvSpPr/>
          <p:nvPr/>
        </p:nvSpPr>
        <p:spPr>
          <a:xfrm>
            <a:off x="6864985" y="6539865"/>
            <a:ext cx="2707640" cy="2228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9" name="任意多边形 118"/>
          <p:cNvSpPr/>
          <p:nvPr/>
        </p:nvSpPr>
        <p:spPr>
          <a:xfrm>
            <a:off x="7797800" y="3825240"/>
            <a:ext cx="140335" cy="140335"/>
          </a:xfrm>
          <a:custGeom>
            <a:avLst/>
            <a:gdLst>
              <a:gd name="connisteX0" fmla="*/ 69959 w 139918"/>
              <a:gd name="connsiteY0" fmla="*/ 0 h 139918"/>
              <a:gd name="connisteX1" fmla="*/ 139918 w 139918"/>
              <a:gd name="connsiteY1" fmla="*/ 69959 h 139918"/>
              <a:gd name="connisteX2" fmla="*/ 69959 w 139918"/>
              <a:gd name="connsiteY2" fmla="*/ 139918 h 139918"/>
              <a:gd name="connisteX3" fmla="*/ 0 w 139918"/>
              <a:gd name="connsiteY3" fmla="*/ 69959 h 139918"/>
              <a:gd name="connisteX4" fmla="*/ 69959 w 139918"/>
              <a:gd name="connsiteY4" fmla="*/ 0 h 139918"/>
              <a:gd name="connisteX5" fmla="*/ 69950 w 139918"/>
              <a:gd name="connsiteY5" fmla="*/ 28160 h 139918"/>
              <a:gd name="connisteX6" fmla="*/ 64029 w 139918"/>
              <a:gd name="connsiteY6" fmla="*/ 34081 h 139918"/>
              <a:gd name="connisteX7" fmla="*/ 64029 w 139918"/>
              <a:gd name="connsiteY7" fmla="*/ 64038 h 139918"/>
              <a:gd name="connisteX8" fmla="*/ 34081 w 139918"/>
              <a:gd name="connsiteY8" fmla="*/ 64038 h 139918"/>
              <a:gd name="connisteX9" fmla="*/ 28160 w 139918"/>
              <a:gd name="connsiteY9" fmla="*/ 69959 h 139918"/>
              <a:gd name="connisteX10" fmla="*/ 34081 w 139918"/>
              <a:gd name="connsiteY10" fmla="*/ 75880 h 139918"/>
              <a:gd name="connisteX11" fmla="*/ 64029 w 139918"/>
              <a:gd name="connsiteY11" fmla="*/ 75880 h 139918"/>
              <a:gd name="connisteX12" fmla="*/ 64029 w 139918"/>
              <a:gd name="connsiteY12" fmla="*/ 105836 h 139918"/>
              <a:gd name="connisteX13" fmla="*/ 69950 w 139918"/>
              <a:gd name="connsiteY13" fmla="*/ 111758 h 139918"/>
              <a:gd name="connisteX14" fmla="*/ 75871 w 139918"/>
              <a:gd name="connsiteY14" fmla="*/ 105836 h 139918"/>
              <a:gd name="connisteX15" fmla="*/ 75871 w 139918"/>
              <a:gd name="connsiteY15" fmla="*/ 75880 h 139918"/>
              <a:gd name="connisteX16" fmla="*/ 105819 w 139918"/>
              <a:gd name="connsiteY16" fmla="*/ 75880 h 139918"/>
              <a:gd name="connisteX17" fmla="*/ 111740 w 139918"/>
              <a:gd name="connsiteY17" fmla="*/ 69959 h 139918"/>
              <a:gd name="connisteX18" fmla="*/ 105819 w 139918"/>
              <a:gd name="connsiteY18" fmla="*/ 64038 h 139918"/>
              <a:gd name="connisteX19" fmla="*/ 75871 w 139918"/>
              <a:gd name="connsiteY19" fmla="*/ 64038 h 139918"/>
              <a:gd name="connisteX20" fmla="*/ 75871 w 139918"/>
              <a:gd name="connsiteY20" fmla="*/ 34081 h 139918"/>
              <a:gd name="connisteX21" fmla="*/ 69950 w 139918"/>
              <a:gd name="connsiteY21" fmla="*/ 28160 h 139918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  <a:cxn ang="0">
                <a:pos x="connisteX9" y="connsiteY9"/>
              </a:cxn>
              <a:cxn ang="0">
                <a:pos x="connisteX10" y="connsiteY10"/>
              </a:cxn>
              <a:cxn ang="0">
                <a:pos x="connisteX11" y="connsiteY11"/>
              </a:cxn>
              <a:cxn ang="0">
                <a:pos x="connisteX12" y="connsiteY12"/>
              </a:cxn>
              <a:cxn ang="0">
                <a:pos x="connisteX13" y="connsiteY13"/>
              </a:cxn>
              <a:cxn ang="0">
                <a:pos x="connisteX14" y="connsiteY14"/>
              </a:cxn>
              <a:cxn ang="0">
                <a:pos x="connisteX15" y="connsiteY15"/>
              </a:cxn>
              <a:cxn ang="0">
                <a:pos x="connisteX16" y="connsiteY16"/>
              </a:cxn>
              <a:cxn ang="0">
                <a:pos x="connisteX17" y="connsiteY17"/>
              </a:cxn>
              <a:cxn ang="0">
                <a:pos x="connisteX18" y="connsiteY18"/>
              </a:cxn>
              <a:cxn ang="0">
                <a:pos x="connisteX19" y="connsiteY19"/>
              </a:cxn>
              <a:cxn ang="0">
                <a:pos x="connisteX20" y="connsiteY20"/>
              </a:cxn>
              <a:cxn ang="0">
                <a:pos x="connisteX21" y="connsiteY21"/>
              </a:cxn>
            </a:cxnLst>
            <a:rect l="l" t="t" r="r" b="b"/>
            <a:pathLst>
              <a:path w="139919" h="139919">
                <a:moveTo>
                  <a:pt x="69959" y="0"/>
                </a:moveTo>
                <a:cubicBezTo>
                  <a:pt x="108598" y="0"/>
                  <a:pt x="139919" y="31321"/>
                  <a:pt x="139919" y="69959"/>
                </a:cubicBezTo>
                <a:cubicBezTo>
                  <a:pt x="139919" y="108598"/>
                  <a:pt x="108598" y="139919"/>
                  <a:pt x="69959" y="139919"/>
                </a:cubicBezTo>
                <a:cubicBezTo>
                  <a:pt x="31321" y="139919"/>
                  <a:pt x="0" y="108598"/>
                  <a:pt x="0" y="69959"/>
                </a:cubicBezTo>
                <a:cubicBezTo>
                  <a:pt x="0" y="31321"/>
                  <a:pt x="31321" y="0"/>
                  <a:pt x="69959" y="0"/>
                </a:cubicBezTo>
                <a:moveTo>
                  <a:pt x="69951" y="28161"/>
                </a:moveTo>
                <a:cubicBezTo>
                  <a:pt x="66681" y="28161"/>
                  <a:pt x="64029" y="30813"/>
                  <a:pt x="64029" y="34082"/>
                </a:cubicBezTo>
                <a:lnTo>
                  <a:pt x="64029" y="64038"/>
                </a:lnTo>
                <a:lnTo>
                  <a:pt x="34082" y="64038"/>
                </a:lnTo>
                <a:cubicBezTo>
                  <a:pt x="30813" y="64038"/>
                  <a:pt x="28161" y="66690"/>
                  <a:pt x="28161" y="69959"/>
                </a:cubicBezTo>
                <a:cubicBezTo>
                  <a:pt x="28161" y="73229"/>
                  <a:pt x="30813" y="75881"/>
                  <a:pt x="34082" y="75881"/>
                </a:cubicBezTo>
                <a:lnTo>
                  <a:pt x="64029" y="75881"/>
                </a:lnTo>
                <a:lnTo>
                  <a:pt x="64029" y="105837"/>
                </a:lnTo>
                <a:cubicBezTo>
                  <a:pt x="64029" y="109106"/>
                  <a:pt x="66681" y="111758"/>
                  <a:pt x="69951" y="111758"/>
                </a:cubicBezTo>
                <a:cubicBezTo>
                  <a:pt x="73219" y="111757"/>
                  <a:pt x="75872" y="109106"/>
                  <a:pt x="75872" y="105837"/>
                </a:cubicBezTo>
                <a:lnTo>
                  <a:pt x="75872" y="75881"/>
                </a:lnTo>
                <a:lnTo>
                  <a:pt x="105819" y="75881"/>
                </a:lnTo>
                <a:cubicBezTo>
                  <a:pt x="109088" y="75879"/>
                  <a:pt x="111741" y="73228"/>
                  <a:pt x="111741" y="69959"/>
                </a:cubicBezTo>
                <a:cubicBezTo>
                  <a:pt x="111741" y="66691"/>
                  <a:pt x="109088" y="64039"/>
                  <a:pt x="105819" y="64038"/>
                </a:cubicBezTo>
                <a:lnTo>
                  <a:pt x="75872" y="64038"/>
                </a:lnTo>
                <a:lnTo>
                  <a:pt x="75872" y="34082"/>
                </a:lnTo>
                <a:cubicBezTo>
                  <a:pt x="75872" y="30813"/>
                  <a:pt x="73219" y="28162"/>
                  <a:pt x="69951" y="28161"/>
                </a:cubicBezTo>
              </a:path>
            </a:pathLst>
          </a:custGeom>
          <a:solidFill>
            <a:srgbClr val="000000"/>
          </a:solidFill>
        </p:spPr>
        <p:txBody>
          <a:bodyPr/>
          <a:p>
            <a:endParaRPr lang="zh-CN" altLang="en-US"/>
          </a:p>
        </p:txBody>
      </p:sp>
      <p:sp>
        <p:nvSpPr>
          <p:cNvPr id="121" name="任意多边形 120"/>
          <p:cNvSpPr/>
          <p:nvPr/>
        </p:nvSpPr>
        <p:spPr>
          <a:xfrm>
            <a:off x="7800975" y="4573905"/>
            <a:ext cx="140335" cy="140335"/>
          </a:xfrm>
          <a:custGeom>
            <a:avLst/>
            <a:gdLst>
              <a:gd name="connisteX0" fmla="*/ 69959 w 139918"/>
              <a:gd name="connsiteY0" fmla="*/ 0 h 139918"/>
              <a:gd name="connisteX1" fmla="*/ 139918 w 139918"/>
              <a:gd name="connsiteY1" fmla="*/ 69959 h 139918"/>
              <a:gd name="connisteX2" fmla="*/ 69959 w 139918"/>
              <a:gd name="connsiteY2" fmla="*/ 139918 h 139918"/>
              <a:gd name="connisteX3" fmla="*/ 0 w 139918"/>
              <a:gd name="connsiteY3" fmla="*/ 69959 h 139918"/>
              <a:gd name="connisteX4" fmla="*/ 69959 w 139918"/>
              <a:gd name="connsiteY4" fmla="*/ 0 h 139918"/>
              <a:gd name="connisteX5" fmla="*/ 69950 w 139918"/>
              <a:gd name="connsiteY5" fmla="*/ 28160 h 139918"/>
              <a:gd name="connisteX6" fmla="*/ 64029 w 139918"/>
              <a:gd name="connsiteY6" fmla="*/ 34081 h 139918"/>
              <a:gd name="connisteX7" fmla="*/ 64029 w 139918"/>
              <a:gd name="connsiteY7" fmla="*/ 64038 h 139918"/>
              <a:gd name="connisteX8" fmla="*/ 34081 w 139918"/>
              <a:gd name="connsiteY8" fmla="*/ 64038 h 139918"/>
              <a:gd name="connisteX9" fmla="*/ 28160 w 139918"/>
              <a:gd name="connsiteY9" fmla="*/ 69959 h 139918"/>
              <a:gd name="connisteX10" fmla="*/ 34081 w 139918"/>
              <a:gd name="connsiteY10" fmla="*/ 75880 h 139918"/>
              <a:gd name="connisteX11" fmla="*/ 64029 w 139918"/>
              <a:gd name="connsiteY11" fmla="*/ 75880 h 139918"/>
              <a:gd name="connisteX12" fmla="*/ 64029 w 139918"/>
              <a:gd name="connsiteY12" fmla="*/ 105836 h 139918"/>
              <a:gd name="connisteX13" fmla="*/ 69950 w 139918"/>
              <a:gd name="connsiteY13" fmla="*/ 111758 h 139918"/>
              <a:gd name="connisteX14" fmla="*/ 75871 w 139918"/>
              <a:gd name="connsiteY14" fmla="*/ 105836 h 139918"/>
              <a:gd name="connisteX15" fmla="*/ 75871 w 139918"/>
              <a:gd name="connsiteY15" fmla="*/ 75880 h 139918"/>
              <a:gd name="connisteX16" fmla="*/ 105819 w 139918"/>
              <a:gd name="connsiteY16" fmla="*/ 75880 h 139918"/>
              <a:gd name="connisteX17" fmla="*/ 111740 w 139918"/>
              <a:gd name="connsiteY17" fmla="*/ 69959 h 139918"/>
              <a:gd name="connisteX18" fmla="*/ 105819 w 139918"/>
              <a:gd name="connsiteY18" fmla="*/ 64038 h 139918"/>
              <a:gd name="connisteX19" fmla="*/ 75871 w 139918"/>
              <a:gd name="connsiteY19" fmla="*/ 64038 h 139918"/>
              <a:gd name="connisteX20" fmla="*/ 75871 w 139918"/>
              <a:gd name="connsiteY20" fmla="*/ 34081 h 139918"/>
              <a:gd name="connisteX21" fmla="*/ 69950 w 139918"/>
              <a:gd name="connsiteY21" fmla="*/ 28160 h 139918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  <a:cxn ang="0">
                <a:pos x="connisteX9" y="connsiteY9"/>
              </a:cxn>
              <a:cxn ang="0">
                <a:pos x="connisteX10" y="connsiteY10"/>
              </a:cxn>
              <a:cxn ang="0">
                <a:pos x="connisteX11" y="connsiteY11"/>
              </a:cxn>
              <a:cxn ang="0">
                <a:pos x="connisteX12" y="connsiteY12"/>
              </a:cxn>
              <a:cxn ang="0">
                <a:pos x="connisteX13" y="connsiteY13"/>
              </a:cxn>
              <a:cxn ang="0">
                <a:pos x="connisteX14" y="connsiteY14"/>
              </a:cxn>
              <a:cxn ang="0">
                <a:pos x="connisteX15" y="connsiteY15"/>
              </a:cxn>
              <a:cxn ang="0">
                <a:pos x="connisteX16" y="connsiteY16"/>
              </a:cxn>
              <a:cxn ang="0">
                <a:pos x="connisteX17" y="connsiteY17"/>
              </a:cxn>
              <a:cxn ang="0">
                <a:pos x="connisteX18" y="connsiteY18"/>
              </a:cxn>
              <a:cxn ang="0">
                <a:pos x="connisteX19" y="connsiteY19"/>
              </a:cxn>
              <a:cxn ang="0">
                <a:pos x="connisteX20" y="connsiteY20"/>
              </a:cxn>
              <a:cxn ang="0">
                <a:pos x="connisteX21" y="connsiteY21"/>
              </a:cxn>
            </a:cxnLst>
            <a:rect l="l" t="t" r="r" b="b"/>
            <a:pathLst>
              <a:path w="139919" h="139919">
                <a:moveTo>
                  <a:pt x="69959" y="0"/>
                </a:moveTo>
                <a:cubicBezTo>
                  <a:pt x="108598" y="0"/>
                  <a:pt x="139919" y="31321"/>
                  <a:pt x="139919" y="69959"/>
                </a:cubicBezTo>
                <a:cubicBezTo>
                  <a:pt x="139919" y="108598"/>
                  <a:pt x="108598" y="139919"/>
                  <a:pt x="69959" y="139919"/>
                </a:cubicBezTo>
                <a:cubicBezTo>
                  <a:pt x="31321" y="139919"/>
                  <a:pt x="0" y="108598"/>
                  <a:pt x="0" y="69959"/>
                </a:cubicBezTo>
                <a:cubicBezTo>
                  <a:pt x="0" y="31321"/>
                  <a:pt x="31321" y="0"/>
                  <a:pt x="69959" y="0"/>
                </a:cubicBezTo>
                <a:moveTo>
                  <a:pt x="69951" y="28161"/>
                </a:moveTo>
                <a:cubicBezTo>
                  <a:pt x="66681" y="28161"/>
                  <a:pt x="64029" y="30813"/>
                  <a:pt x="64029" y="34082"/>
                </a:cubicBezTo>
                <a:lnTo>
                  <a:pt x="64029" y="64038"/>
                </a:lnTo>
                <a:lnTo>
                  <a:pt x="34082" y="64038"/>
                </a:lnTo>
                <a:cubicBezTo>
                  <a:pt x="30813" y="64038"/>
                  <a:pt x="28161" y="66690"/>
                  <a:pt x="28161" y="69959"/>
                </a:cubicBezTo>
                <a:cubicBezTo>
                  <a:pt x="28161" y="73229"/>
                  <a:pt x="30813" y="75881"/>
                  <a:pt x="34082" y="75881"/>
                </a:cubicBezTo>
                <a:lnTo>
                  <a:pt x="64029" y="75881"/>
                </a:lnTo>
                <a:lnTo>
                  <a:pt x="64029" y="105837"/>
                </a:lnTo>
                <a:cubicBezTo>
                  <a:pt x="64029" y="109106"/>
                  <a:pt x="66681" y="111758"/>
                  <a:pt x="69951" y="111758"/>
                </a:cubicBezTo>
                <a:cubicBezTo>
                  <a:pt x="73219" y="111757"/>
                  <a:pt x="75872" y="109106"/>
                  <a:pt x="75872" y="105837"/>
                </a:cubicBezTo>
                <a:lnTo>
                  <a:pt x="75872" y="75881"/>
                </a:lnTo>
                <a:lnTo>
                  <a:pt x="105819" y="75881"/>
                </a:lnTo>
                <a:cubicBezTo>
                  <a:pt x="109088" y="75879"/>
                  <a:pt x="111741" y="73228"/>
                  <a:pt x="111741" y="69959"/>
                </a:cubicBezTo>
                <a:cubicBezTo>
                  <a:pt x="111741" y="66691"/>
                  <a:pt x="109088" y="64039"/>
                  <a:pt x="105819" y="64038"/>
                </a:cubicBezTo>
                <a:lnTo>
                  <a:pt x="75872" y="64038"/>
                </a:lnTo>
                <a:lnTo>
                  <a:pt x="75872" y="34082"/>
                </a:lnTo>
                <a:cubicBezTo>
                  <a:pt x="75872" y="30813"/>
                  <a:pt x="73219" y="28162"/>
                  <a:pt x="69951" y="28161"/>
                </a:cubicBezTo>
              </a:path>
            </a:pathLst>
          </a:custGeom>
          <a:solidFill>
            <a:srgbClr val="000000"/>
          </a:solidFill>
        </p:spPr>
        <p:txBody>
          <a:bodyPr/>
          <a:p>
            <a:endParaRPr lang="zh-CN" altLang="en-US"/>
          </a:p>
        </p:txBody>
      </p:sp>
      <p:sp>
        <p:nvSpPr>
          <p:cNvPr id="122" name="任意多边形 121"/>
          <p:cNvSpPr/>
          <p:nvPr/>
        </p:nvSpPr>
        <p:spPr>
          <a:xfrm>
            <a:off x="7796530" y="6022975"/>
            <a:ext cx="140335" cy="140335"/>
          </a:xfrm>
          <a:custGeom>
            <a:avLst/>
            <a:gdLst>
              <a:gd name="connisteX0" fmla="*/ 69959 w 139918"/>
              <a:gd name="connsiteY0" fmla="*/ 0 h 139918"/>
              <a:gd name="connisteX1" fmla="*/ 139918 w 139918"/>
              <a:gd name="connsiteY1" fmla="*/ 69959 h 139918"/>
              <a:gd name="connisteX2" fmla="*/ 69959 w 139918"/>
              <a:gd name="connsiteY2" fmla="*/ 139918 h 139918"/>
              <a:gd name="connisteX3" fmla="*/ 0 w 139918"/>
              <a:gd name="connsiteY3" fmla="*/ 69959 h 139918"/>
              <a:gd name="connisteX4" fmla="*/ 69959 w 139918"/>
              <a:gd name="connsiteY4" fmla="*/ 0 h 139918"/>
              <a:gd name="connisteX5" fmla="*/ 69950 w 139918"/>
              <a:gd name="connsiteY5" fmla="*/ 28160 h 139918"/>
              <a:gd name="connisteX6" fmla="*/ 64029 w 139918"/>
              <a:gd name="connsiteY6" fmla="*/ 34081 h 139918"/>
              <a:gd name="connisteX7" fmla="*/ 64029 w 139918"/>
              <a:gd name="connsiteY7" fmla="*/ 64038 h 139918"/>
              <a:gd name="connisteX8" fmla="*/ 34081 w 139918"/>
              <a:gd name="connsiteY8" fmla="*/ 64038 h 139918"/>
              <a:gd name="connisteX9" fmla="*/ 28160 w 139918"/>
              <a:gd name="connsiteY9" fmla="*/ 69959 h 139918"/>
              <a:gd name="connisteX10" fmla="*/ 34081 w 139918"/>
              <a:gd name="connsiteY10" fmla="*/ 75880 h 139918"/>
              <a:gd name="connisteX11" fmla="*/ 64029 w 139918"/>
              <a:gd name="connsiteY11" fmla="*/ 75880 h 139918"/>
              <a:gd name="connisteX12" fmla="*/ 64029 w 139918"/>
              <a:gd name="connsiteY12" fmla="*/ 105836 h 139918"/>
              <a:gd name="connisteX13" fmla="*/ 69950 w 139918"/>
              <a:gd name="connsiteY13" fmla="*/ 111758 h 139918"/>
              <a:gd name="connisteX14" fmla="*/ 75871 w 139918"/>
              <a:gd name="connsiteY14" fmla="*/ 105836 h 139918"/>
              <a:gd name="connisteX15" fmla="*/ 75871 w 139918"/>
              <a:gd name="connsiteY15" fmla="*/ 75880 h 139918"/>
              <a:gd name="connisteX16" fmla="*/ 105819 w 139918"/>
              <a:gd name="connsiteY16" fmla="*/ 75880 h 139918"/>
              <a:gd name="connisteX17" fmla="*/ 111740 w 139918"/>
              <a:gd name="connsiteY17" fmla="*/ 69959 h 139918"/>
              <a:gd name="connisteX18" fmla="*/ 105819 w 139918"/>
              <a:gd name="connsiteY18" fmla="*/ 64038 h 139918"/>
              <a:gd name="connisteX19" fmla="*/ 75871 w 139918"/>
              <a:gd name="connsiteY19" fmla="*/ 64038 h 139918"/>
              <a:gd name="connisteX20" fmla="*/ 75871 w 139918"/>
              <a:gd name="connsiteY20" fmla="*/ 34081 h 139918"/>
              <a:gd name="connisteX21" fmla="*/ 69950 w 139918"/>
              <a:gd name="connsiteY21" fmla="*/ 28160 h 139918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  <a:cxn ang="0">
                <a:pos x="connisteX9" y="connsiteY9"/>
              </a:cxn>
              <a:cxn ang="0">
                <a:pos x="connisteX10" y="connsiteY10"/>
              </a:cxn>
              <a:cxn ang="0">
                <a:pos x="connisteX11" y="connsiteY11"/>
              </a:cxn>
              <a:cxn ang="0">
                <a:pos x="connisteX12" y="connsiteY12"/>
              </a:cxn>
              <a:cxn ang="0">
                <a:pos x="connisteX13" y="connsiteY13"/>
              </a:cxn>
              <a:cxn ang="0">
                <a:pos x="connisteX14" y="connsiteY14"/>
              </a:cxn>
              <a:cxn ang="0">
                <a:pos x="connisteX15" y="connsiteY15"/>
              </a:cxn>
              <a:cxn ang="0">
                <a:pos x="connisteX16" y="connsiteY16"/>
              </a:cxn>
              <a:cxn ang="0">
                <a:pos x="connisteX17" y="connsiteY17"/>
              </a:cxn>
              <a:cxn ang="0">
                <a:pos x="connisteX18" y="connsiteY18"/>
              </a:cxn>
              <a:cxn ang="0">
                <a:pos x="connisteX19" y="connsiteY19"/>
              </a:cxn>
              <a:cxn ang="0">
                <a:pos x="connisteX20" y="connsiteY20"/>
              </a:cxn>
              <a:cxn ang="0">
                <a:pos x="connisteX21" y="connsiteY21"/>
              </a:cxn>
            </a:cxnLst>
            <a:rect l="l" t="t" r="r" b="b"/>
            <a:pathLst>
              <a:path w="139919" h="139919">
                <a:moveTo>
                  <a:pt x="69959" y="0"/>
                </a:moveTo>
                <a:cubicBezTo>
                  <a:pt x="108598" y="0"/>
                  <a:pt x="139919" y="31321"/>
                  <a:pt x="139919" y="69959"/>
                </a:cubicBezTo>
                <a:cubicBezTo>
                  <a:pt x="139919" y="108598"/>
                  <a:pt x="108598" y="139919"/>
                  <a:pt x="69959" y="139919"/>
                </a:cubicBezTo>
                <a:cubicBezTo>
                  <a:pt x="31321" y="139919"/>
                  <a:pt x="0" y="108598"/>
                  <a:pt x="0" y="69959"/>
                </a:cubicBezTo>
                <a:cubicBezTo>
                  <a:pt x="0" y="31321"/>
                  <a:pt x="31321" y="0"/>
                  <a:pt x="69959" y="0"/>
                </a:cubicBezTo>
                <a:moveTo>
                  <a:pt x="69951" y="28161"/>
                </a:moveTo>
                <a:cubicBezTo>
                  <a:pt x="66681" y="28161"/>
                  <a:pt x="64029" y="30813"/>
                  <a:pt x="64029" y="34082"/>
                </a:cubicBezTo>
                <a:lnTo>
                  <a:pt x="64029" y="64038"/>
                </a:lnTo>
                <a:lnTo>
                  <a:pt x="34082" y="64038"/>
                </a:lnTo>
                <a:cubicBezTo>
                  <a:pt x="30813" y="64038"/>
                  <a:pt x="28161" y="66690"/>
                  <a:pt x="28161" y="69959"/>
                </a:cubicBezTo>
                <a:cubicBezTo>
                  <a:pt x="28161" y="73229"/>
                  <a:pt x="30813" y="75881"/>
                  <a:pt x="34082" y="75881"/>
                </a:cubicBezTo>
                <a:lnTo>
                  <a:pt x="64029" y="75881"/>
                </a:lnTo>
                <a:lnTo>
                  <a:pt x="64029" y="105837"/>
                </a:lnTo>
                <a:cubicBezTo>
                  <a:pt x="64029" y="109106"/>
                  <a:pt x="66681" y="111758"/>
                  <a:pt x="69951" y="111758"/>
                </a:cubicBezTo>
                <a:cubicBezTo>
                  <a:pt x="73219" y="111757"/>
                  <a:pt x="75872" y="109106"/>
                  <a:pt x="75872" y="105837"/>
                </a:cubicBezTo>
                <a:lnTo>
                  <a:pt x="75872" y="75881"/>
                </a:lnTo>
                <a:lnTo>
                  <a:pt x="105819" y="75881"/>
                </a:lnTo>
                <a:cubicBezTo>
                  <a:pt x="109088" y="75879"/>
                  <a:pt x="111741" y="73228"/>
                  <a:pt x="111741" y="69959"/>
                </a:cubicBezTo>
                <a:cubicBezTo>
                  <a:pt x="111741" y="66691"/>
                  <a:pt x="109088" y="64039"/>
                  <a:pt x="105819" y="64038"/>
                </a:cubicBezTo>
                <a:lnTo>
                  <a:pt x="75872" y="64038"/>
                </a:lnTo>
                <a:lnTo>
                  <a:pt x="75872" y="34082"/>
                </a:lnTo>
                <a:cubicBezTo>
                  <a:pt x="75872" y="30813"/>
                  <a:pt x="73219" y="28162"/>
                  <a:pt x="69951" y="28161"/>
                </a:cubicBezTo>
              </a:path>
            </a:pathLst>
          </a:custGeom>
          <a:solidFill>
            <a:srgbClr val="000000"/>
          </a:solidFill>
        </p:spPr>
        <p:txBody>
          <a:bodyPr/>
          <a:p>
            <a:endParaRPr lang="zh-CN" altLang="en-US"/>
          </a:p>
        </p:txBody>
      </p:sp>
      <p:sp>
        <p:nvSpPr>
          <p:cNvPr id="126" name="文本框 125"/>
          <p:cNvSpPr txBox="1"/>
          <p:nvPr/>
        </p:nvSpPr>
        <p:spPr>
          <a:xfrm>
            <a:off x="8014335" y="4754880"/>
            <a:ext cx="1040130" cy="2368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zh-CN" altLang="en-US" sz="900"/>
              <a:t>数据来源和</a:t>
            </a:r>
            <a:r>
              <a:rPr lang="zh-CN" altLang="en-US" sz="900"/>
              <a:t>处理</a:t>
            </a:r>
            <a:endParaRPr lang="zh-CN" altLang="en-US" sz="900"/>
          </a:p>
        </p:txBody>
      </p:sp>
      <p:sp>
        <p:nvSpPr>
          <p:cNvPr id="128" name="文本框 127"/>
          <p:cNvSpPr txBox="1"/>
          <p:nvPr/>
        </p:nvSpPr>
        <p:spPr>
          <a:xfrm>
            <a:off x="8014335" y="4999355"/>
            <a:ext cx="771525" cy="2374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zh-CN" altLang="en-US" sz="900"/>
              <a:t>理论</a:t>
            </a:r>
            <a:r>
              <a:rPr lang="zh-CN" altLang="en-US" sz="900"/>
              <a:t>基础</a:t>
            </a:r>
            <a:endParaRPr lang="zh-CN" altLang="en-US" sz="900"/>
          </a:p>
        </p:txBody>
      </p:sp>
      <p:sp>
        <p:nvSpPr>
          <p:cNvPr id="129" name="文本框 128"/>
          <p:cNvSpPr txBox="1"/>
          <p:nvPr/>
        </p:nvSpPr>
        <p:spPr>
          <a:xfrm>
            <a:off x="8014335" y="5237480"/>
            <a:ext cx="771525" cy="2374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zh-CN" altLang="en-US" sz="900"/>
              <a:t>公式</a:t>
            </a:r>
            <a:endParaRPr lang="zh-CN" altLang="en-US" sz="900"/>
          </a:p>
        </p:txBody>
      </p:sp>
      <p:sp>
        <p:nvSpPr>
          <p:cNvPr id="130" name="文本框 129"/>
          <p:cNvSpPr txBox="1"/>
          <p:nvPr/>
        </p:nvSpPr>
        <p:spPr>
          <a:xfrm>
            <a:off x="8014335" y="5467350"/>
            <a:ext cx="1040130" cy="2374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zh-CN" altLang="en-US" sz="900"/>
              <a:t>本</a:t>
            </a:r>
            <a:r>
              <a:rPr lang="zh-CN" altLang="en-US" sz="900"/>
              <a:t>节参考文献</a:t>
            </a:r>
            <a:endParaRPr lang="en-US" altLang="zh-CN" sz="900"/>
          </a:p>
        </p:txBody>
      </p:sp>
      <p:sp>
        <p:nvSpPr>
          <p:cNvPr id="131" name="文本框 130"/>
          <p:cNvSpPr txBox="1"/>
          <p:nvPr/>
        </p:nvSpPr>
        <p:spPr>
          <a:xfrm>
            <a:off x="8014335" y="5704840"/>
            <a:ext cx="771525" cy="2374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zh-CN" altLang="en-US" sz="900"/>
              <a:t>技术路线图</a:t>
            </a:r>
            <a:endParaRPr lang="zh-CN" altLang="en-US" sz="900"/>
          </a:p>
        </p:txBody>
      </p:sp>
      <p:grpSp>
        <p:nvGrpSpPr>
          <p:cNvPr id="143" name="组合 142"/>
          <p:cNvGrpSpPr/>
          <p:nvPr/>
        </p:nvGrpSpPr>
        <p:grpSpPr>
          <a:xfrm>
            <a:off x="8096885" y="4888865"/>
            <a:ext cx="1057910" cy="139700"/>
            <a:chOff x="12751" y="7699"/>
            <a:chExt cx="1666" cy="220"/>
          </a:xfrm>
        </p:grpSpPr>
        <p:cxnSp>
          <p:nvCxnSpPr>
            <p:cNvPr id="132" name="直接连接符 131"/>
            <p:cNvCxnSpPr/>
            <p:nvPr/>
          </p:nvCxnSpPr>
          <p:spPr>
            <a:xfrm>
              <a:off x="12751" y="7809"/>
              <a:ext cx="1447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38" name="任意多边形 137"/>
            <p:cNvSpPr/>
            <p:nvPr/>
          </p:nvSpPr>
          <p:spPr>
            <a:xfrm>
              <a:off x="14197" y="7699"/>
              <a:ext cx="221" cy="221"/>
            </a:xfrm>
            <a:custGeom>
              <a:avLst/>
              <a:gdLst>
                <a:gd name="connisteX0" fmla="*/ 69959 w 139918"/>
                <a:gd name="connsiteY0" fmla="*/ 0 h 139918"/>
                <a:gd name="connisteX1" fmla="*/ 139918 w 139918"/>
                <a:gd name="connsiteY1" fmla="*/ 69959 h 139918"/>
                <a:gd name="connisteX2" fmla="*/ 69959 w 139918"/>
                <a:gd name="connsiteY2" fmla="*/ 139918 h 139918"/>
                <a:gd name="connisteX3" fmla="*/ 0 w 139918"/>
                <a:gd name="connsiteY3" fmla="*/ 69959 h 139918"/>
                <a:gd name="connisteX4" fmla="*/ 69959 w 139918"/>
                <a:gd name="connsiteY4" fmla="*/ 0 h 139918"/>
                <a:gd name="connisteX5" fmla="*/ 69950 w 139918"/>
                <a:gd name="connsiteY5" fmla="*/ 28160 h 139918"/>
                <a:gd name="connisteX6" fmla="*/ 64029 w 139918"/>
                <a:gd name="connsiteY6" fmla="*/ 34081 h 139918"/>
                <a:gd name="connisteX7" fmla="*/ 64029 w 139918"/>
                <a:gd name="connsiteY7" fmla="*/ 64038 h 139918"/>
                <a:gd name="connisteX8" fmla="*/ 34081 w 139918"/>
                <a:gd name="connsiteY8" fmla="*/ 64038 h 139918"/>
                <a:gd name="connisteX9" fmla="*/ 28160 w 139918"/>
                <a:gd name="connsiteY9" fmla="*/ 69959 h 139918"/>
                <a:gd name="connisteX10" fmla="*/ 34081 w 139918"/>
                <a:gd name="connsiteY10" fmla="*/ 75880 h 139918"/>
                <a:gd name="connisteX11" fmla="*/ 64029 w 139918"/>
                <a:gd name="connsiteY11" fmla="*/ 75880 h 139918"/>
                <a:gd name="connisteX12" fmla="*/ 64029 w 139918"/>
                <a:gd name="connsiteY12" fmla="*/ 105836 h 139918"/>
                <a:gd name="connisteX13" fmla="*/ 69950 w 139918"/>
                <a:gd name="connsiteY13" fmla="*/ 111758 h 139918"/>
                <a:gd name="connisteX14" fmla="*/ 75871 w 139918"/>
                <a:gd name="connsiteY14" fmla="*/ 105836 h 139918"/>
                <a:gd name="connisteX15" fmla="*/ 75871 w 139918"/>
                <a:gd name="connsiteY15" fmla="*/ 75880 h 139918"/>
                <a:gd name="connisteX16" fmla="*/ 105819 w 139918"/>
                <a:gd name="connsiteY16" fmla="*/ 75880 h 139918"/>
                <a:gd name="connisteX17" fmla="*/ 111740 w 139918"/>
                <a:gd name="connsiteY17" fmla="*/ 69959 h 139918"/>
                <a:gd name="connisteX18" fmla="*/ 105819 w 139918"/>
                <a:gd name="connsiteY18" fmla="*/ 64038 h 139918"/>
                <a:gd name="connisteX19" fmla="*/ 75871 w 139918"/>
                <a:gd name="connsiteY19" fmla="*/ 64038 h 139918"/>
                <a:gd name="connisteX20" fmla="*/ 75871 w 139918"/>
                <a:gd name="connsiteY20" fmla="*/ 34081 h 139918"/>
                <a:gd name="connisteX21" fmla="*/ 69950 w 139918"/>
                <a:gd name="connsiteY21" fmla="*/ 28160 h 139918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  <a:cxn ang="0">
                  <a:pos x="connisteX9" y="connsiteY9"/>
                </a:cxn>
                <a:cxn ang="0">
                  <a:pos x="connisteX10" y="connsiteY10"/>
                </a:cxn>
                <a:cxn ang="0">
                  <a:pos x="connisteX11" y="connsiteY11"/>
                </a:cxn>
                <a:cxn ang="0">
                  <a:pos x="connisteX12" y="connsiteY12"/>
                </a:cxn>
                <a:cxn ang="0">
                  <a:pos x="connisteX13" y="connsiteY13"/>
                </a:cxn>
                <a:cxn ang="0">
                  <a:pos x="connisteX14" y="connsiteY14"/>
                </a:cxn>
                <a:cxn ang="0">
                  <a:pos x="connisteX15" y="connsiteY15"/>
                </a:cxn>
                <a:cxn ang="0">
                  <a:pos x="connisteX16" y="connsiteY16"/>
                </a:cxn>
                <a:cxn ang="0">
                  <a:pos x="connisteX17" y="connsiteY17"/>
                </a:cxn>
                <a:cxn ang="0">
                  <a:pos x="connisteX18" y="connsiteY18"/>
                </a:cxn>
                <a:cxn ang="0">
                  <a:pos x="connisteX19" y="connsiteY19"/>
                </a:cxn>
                <a:cxn ang="0">
                  <a:pos x="connisteX20" y="connsiteY20"/>
                </a:cxn>
                <a:cxn ang="0">
                  <a:pos x="connisteX21" y="connsiteY21"/>
                </a:cxn>
              </a:cxnLst>
              <a:rect l="l" t="t" r="r" b="b"/>
              <a:pathLst>
                <a:path w="139919" h="139919">
                  <a:moveTo>
                    <a:pt x="69959" y="0"/>
                  </a:moveTo>
                  <a:cubicBezTo>
                    <a:pt x="108598" y="0"/>
                    <a:pt x="139919" y="31321"/>
                    <a:pt x="139919" y="69959"/>
                  </a:cubicBezTo>
                  <a:cubicBezTo>
                    <a:pt x="139919" y="108598"/>
                    <a:pt x="108598" y="139919"/>
                    <a:pt x="69959" y="139919"/>
                  </a:cubicBezTo>
                  <a:cubicBezTo>
                    <a:pt x="31321" y="139919"/>
                    <a:pt x="0" y="108598"/>
                    <a:pt x="0" y="69959"/>
                  </a:cubicBezTo>
                  <a:cubicBezTo>
                    <a:pt x="0" y="31321"/>
                    <a:pt x="31321" y="0"/>
                    <a:pt x="69959" y="0"/>
                  </a:cubicBezTo>
                  <a:moveTo>
                    <a:pt x="69951" y="28161"/>
                  </a:moveTo>
                  <a:cubicBezTo>
                    <a:pt x="66681" y="28161"/>
                    <a:pt x="64029" y="30813"/>
                    <a:pt x="64029" y="34082"/>
                  </a:cubicBezTo>
                  <a:lnTo>
                    <a:pt x="64029" y="64038"/>
                  </a:lnTo>
                  <a:lnTo>
                    <a:pt x="34082" y="64038"/>
                  </a:lnTo>
                  <a:cubicBezTo>
                    <a:pt x="30813" y="64038"/>
                    <a:pt x="28161" y="66690"/>
                    <a:pt x="28161" y="69959"/>
                  </a:cubicBezTo>
                  <a:cubicBezTo>
                    <a:pt x="28161" y="73229"/>
                    <a:pt x="30813" y="75881"/>
                    <a:pt x="34082" y="75881"/>
                  </a:cubicBezTo>
                  <a:lnTo>
                    <a:pt x="64029" y="75881"/>
                  </a:lnTo>
                  <a:lnTo>
                    <a:pt x="64029" y="105837"/>
                  </a:lnTo>
                  <a:cubicBezTo>
                    <a:pt x="64029" y="109106"/>
                    <a:pt x="66681" y="111758"/>
                    <a:pt x="69951" y="111758"/>
                  </a:cubicBezTo>
                  <a:cubicBezTo>
                    <a:pt x="73219" y="111757"/>
                    <a:pt x="75872" y="109106"/>
                    <a:pt x="75872" y="105837"/>
                  </a:cubicBezTo>
                  <a:lnTo>
                    <a:pt x="75872" y="75881"/>
                  </a:lnTo>
                  <a:lnTo>
                    <a:pt x="105819" y="75881"/>
                  </a:lnTo>
                  <a:cubicBezTo>
                    <a:pt x="109088" y="75879"/>
                    <a:pt x="111741" y="73228"/>
                    <a:pt x="111741" y="69959"/>
                  </a:cubicBezTo>
                  <a:cubicBezTo>
                    <a:pt x="111741" y="66691"/>
                    <a:pt x="109088" y="64039"/>
                    <a:pt x="105819" y="64038"/>
                  </a:cubicBezTo>
                  <a:lnTo>
                    <a:pt x="75872" y="64038"/>
                  </a:lnTo>
                  <a:lnTo>
                    <a:pt x="75872" y="34082"/>
                  </a:lnTo>
                  <a:cubicBezTo>
                    <a:pt x="75872" y="30813"/>
                    <a:pt x="73219" y="28162"/>
                    <a:pt x="69951" y="28161"/>
                  </a:cubicBezTo>
                </a:path>
              </a:pathLst>
            </a:custGeom>
            <a:solidFill>
              <a:srgbClr val="000000"/>
            </a:solidFill>
          </p:spPr>
          <p:txBody>
            <a:bodyPr/>
            <a:p>
              <a:endParaRPr lang="zh-CN" altLang="en-US"/>
            </a:p>
          </p:txBody>
        </p:sp>
      </p:grpSp>
      <p:grpSp>
        <p:nvGrpSpPr>
          <p:cNvPr id="144" name="组合 143"/>
          <p:cNvGrpSpPr/>
          <p:nvPr/>
        </p:nvGrpSpPr>
        <p:grpSpPr>
          <a:xfrm>
            <a:off x="8096250" y="5160645"/>
            <a:ext cx="1057910" cy="139700"/>
            <a:chOff x="12751" y="7699"/>
            <a:chExt cx="1666" cy="220"/>
          </a:xfrm>
        </p:grpSpPr>
        <p:cxnSp>
          <p:nvCxnSpPr>
            <p:cNvPr id="145" name="直接连接符 144"/>
            <p:cNvCxnSpPr/>
            <p:nvPr/>
          </p:nvCxnSpPr>
          <p:spPr>
            <a:xfrm>
              <a:off x="12751" y="7809"/>
              <a:ext cx="1447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46" name="任意多边形 145"/>
            <p:cNvSpPr/>
            <p:nvPr/>
          </p:nvSpPr>
          <p:spPr>
            <a:xfrm>
              <a:off x="14197" y="7699"/>
              <a:ext cx="221" cy="221"/>
            </a:xfrm>
            <a:custGeom>
              <a:avLst/>
              <a:gdLst>
                <a:gd name="connisteX0" fmla="*/ 69959 w 139918"/>
                <a:gd name="connsiteY0" fmla="*/ 0 h 139918"/>
                <a:gd name="connisteX1" fmla="*/ 139918 w 139918"/>
                <a:gd name="connsiteY1" fmla="*/ 69959 h 139918"/>
                <a:gd name="connisteX2" fmla="*/ 69959 w 139918"/>
                <a:gd name="connsiteY2" fmla="*/ 139918 h 139918"/>
                <a:gd name="connisteX3" fmla="*/ 0 w 139918"/>
                <a:gd name="connsiteY3" fmla="*/ 69959 h 139918"/>
                <a:gd name="connisteX4" fmla="*/ 69959 w 139918"/>
                <a:gd name="connsiteY4" fmla="*/ 0 h 139918"/>
                <a:gd name="connisteX5" fmla="*/ 69950 w 139918"/>
                <a:gd name="connsiteY5" fmla="*/ 28160 h 139918"/>
                <a:gd name="connisteX6" fmla="*/ 64029 w 139918"/>
                <a:gd name="connsiteY6" fmla="*/ 34081 h 139918"/>
                <a:gd name="connisteX7" fmla="*/ 64029 w 139918"/>
                <a:gd name="connsiteY7" fmla="*/ 64038 h 139918"/>
                <a:gd name="connisteX8" fmla="*/ 34081 w 139918"/>
                <a:gd name="connsiteY8" fmla="*/ 64038 h 139918"/>
                <a:gd name="connisteX9" fmla="*/ 28160 w 139918"/>
                <a:gd name="connsiteY9" fmla="*/ 69959 h 139918"/>
                <a:gd name="connisteX10" fmla="*/ 34081 w 139918"/>
                <a:gd name="connsiteY10" fmla="*/ 75880 h 139918"/>
                <a:gd name="connisteX11" fmla="*/ 64029 w 139918"/>
                <a:gd name="connsiteY11" fmla="*/ 75880 h 139918"/>
                <a:gd name="connisteX12" fmla="*/ 64029 w 139918"/>
                <a:gd name="connsiteY12" fmla="*/ 105836 h 139918"/>
                <a:gd name="connisteX13" fmla="*/ 69950 w 139918"/>
                <a:gd name="connsiteY13" fmla="*/ 111758 h 139918"/>
                <a:gd name="connisteX14" fmla="*/ 75871 w 139918"/>
                <a:gd name="connsiteY14" fmla="*/ 105836 h 139918"/>
                <a:gd name="connisteX15" fmla="*/ 75871 w 139918"/>
                <a:gd name="connsiteY15" fmla="*/ 75880 h 139918"/>
                <a:gd name="connisteX16" fmla="*/ 105819 w 139918"/>
                <a:gd name="connsiteY16" fmla="*/ 75880 h 139918"/>
                <a:gd name="connisteX17" fmla="*/ 111740 w 139918"/>
                <a:gd name="connsiteY17" fmla="*/ 69959 h 139918"/>
                <a:gd name="connisteX18" fmla="*/ 105819 w 139918"/>
                <a:gd name="connsiteY18" fmla="*/ 64038 h 139918"/>
                <a:gd name="connisteX19" fmla="*/ 75871 w 139918"/>
                <a:gd name="connsiteY19" fmla="*/ 64038 h 139918"/>
                <a:gd name="connisteX20" fmla="*/ 75871 w 139918"/>
                <a:gd name="connsiteY20" fmla="*/ 34081 h 139918"/>
                <a:gd name="connisteX21" fmla="*/ 69950 w 139918"/>
                <a:gd name="connsiteY21" fmla="*/ 28160 h 139918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  <a:cxn ang="0">
                  <a:pos x="connisteX9" y="connsiteY9"/>
                </a:cxn>
                <a:cxn ang="0">
                  <a:pos x="connisteX10" y="connsiteY10"/>
                </a:cxn>
                <a:cxn ang="0">
                  <a:pos x="connisteX11" y="connsiteY11"/>
                </a:cxn>
                <a:cxn ang="0">
                  <a:pos x="connisteX12" y="connsiteY12"/>
                </a:cxn>
                <a:cxn ang="0">
                  <a:pos x="connisteX13" y="connsiteY13"/>
                </a:cxn>
                <a:cxn ang="0">
                  <a:pos x="connisteX14" y="connsiteY14"/>
                </a:cxn>
                <a:cxn ang="0">
                  <a:pos x="connisteX15" y="connsiteY15"/>
                </a:cxn>
                <a:cxn ang="0">
                  <a:pos x="connisteX16" y="connsiteY16"/>
                </a:cxn>
                <a:cxn ang="0">
                  <a:pos x="connisteX17" y="connsiteY17"/>
                </a:cxn>
                <a:cxn ang="0">
                  <a:pos x="connisteX18" y="connsiteY18"/>
                </a:cxn>
                <a:cxn ang="0">
                  <a:pos x="connisteX19" y="connsiteY19"/>
                </a:cxn>
                <a:cxn ang="0">
                  <a:pos x="connisteX20" y="connsiteY20"/>
                </a:cxn>
                <a:cxn ang="0">
                  <a:pos x="connisteX21" y="connsiteY21"/>
                </a:cxn>
              </a:cxnLst>
              <a:rect l="l" t="t" r="r" b="b"/>
              <a:pathLst>
                <a:path w="139919" h="139919">
                  <a:moveTo>
                    <a:pt x="69959" y="0"/>
                  </a:moveTo>
                  <a:cubicBezTo>
                    <a:pt x="108598" y="0"/>
                    <a:pt x="139919" y="31321"/>
                    <a:pt x="139919" y="69959"/>
                  </a:cubicBezTo>
                  <a:cubicBezTo>
                    <a:pt x="139919" y="108598"/>
                    <a:pt x="108598" y="139919"/>
                    <a:pt x="69959" y="139919"/>
                  </a:cubicBezTo>
                  <a:cubicBezTo>
                    <a:pt x="31321" y="139919"/>
                    <a:pt x="0" y="108598"/>
                    <a:pt x="0" y="69959"/>
                  </a:cubicBezTo>
                  <a:cubicBezTo>
                    <a:pt x="0" y="31321"/>
                    <a:pt x="31321" y="0"/>
                    <a:pt x="69959" y="0"/>
                  </a:cubicBezTo>
                  <a:moveTo>
                    <a:pt x="69951" y="28161"/>
                  </a:moveTo>
                  <a:cubicBezTo>
                    <a:pt x="66681" y="28161"/>
                    <a:pt x="64029" y="30813"/>
                    <a:pt x="64029" y="34082"/>
                  </a:cubicBezTo>
                  <a:lnTo>
                    <a:pt x="64029" y="64038"/>
                  </a:lnTo>
                  <a:lnTo>
                    <a:pt x="34082" y="64038"/>
                  </a:lnTo>
                  <a:cubicBezTo>
                    <a:pt x="30813" y="64038"/>
                    <a:pt x="28161" y="66690"/>
                    <a:pt x="28161" y="69959"/>
                  </a:cubicBezTo>
                  <a:cubicBezTo>
                    <a:pt x="28161" y="73229"/>
                    <a:pt x="30813" y="75881"/>
                    <a:pt x="34082" y="75881"/>
                  </a:cubicBezTo>
                  <a:lnTo>
                    <a:pt x="64029" y="75881"/>
                  </a:lnTo>
                  <a:lnTo>
                    <a:pt x="64029" y="105837"/>
                  </a:lnTo>
                  <a:cubicBezTo>
                    <a:pt x="64029" y="109106"/>
                    <a:pt x="66681" y="111758"/>
                    <a:pt x="69951" y="111758"/>
                  </a:cubicBezTo>
                  <a:cubicBezTo>
                    <a:pt x="73219" y="111757"/>
                    <a:pt x="75872" y="109106"/>
                    <a:pt x="75872" y="105837"/>
                  </a:cubicBezTo>
                  <a:lnTo>
                    <a:pt x="75872" y="75881"/>
                  </a:lnTo>
                  <a:lnTo>
                    <a:pt x="105819" y="75881"/>
                  </a:lnTo>
                  <a:cubicBezTo>
                    <a:pt x="109088" y="75879"/>
                    <a:pt x="111741" y="73228"/>
                    <a:pt x="111741" y="69959"/>
                  </a:cubicBezTo>
                  <a:cubicBezTo>
                    <a:pt x="111741" y="66691"/>
                    <a:pt x="109088" y="64039"/>
                    <a:pt x="105819" y="64038"/>
                  </a:cubicBezTo>
                  <a:lnTo>
                    <a:pt x="75872" y="64038"/>
                  </a:lnTo>
                  <a:lnTo>
                    <a:pt x="75872" y="34082"/>
                  </a:lnTo>
                  <a:cubicBezTo>
                    <a:pt x="75872" y="30813"/>
                    <a:pt x="73219" y="28162"/>
                    <a:pt x="69951" y="28161"/>
                  </a:cubicBezTo>
                </a:path>
              </a:pathLst>
            </a:custGeom>
            <a:solidFill>
              <a:srgbClr val="000000"/>
            </a:solidFill>
          </p:spPr>
          <p:txBody>
            <a:bodyPr/>
            <a:p>
              <a:endParaRPr lang="zh-CN" altLang="en-US"/>
            </a:p>
          </p:txBody>
        </p:sp>
      </p:grpSp>
      <p:grpSp>
        <p:nvGrpSpPr>
          <p:cNvPr id="147" name="组合 146"/>
          <p:cNvGrpSpPr/>
          <p:nvPr/>
        </p:nvGrpSpPr>
        <p:grpSpPr>
          <a:xfrm>
            <a:off x="8095615" y="5391150"/>
            <a:ext cx="1057910" cy="139700"/>
            <a:chOff x="12751" y="7699"/>
            <a:chExt cx="1666" cy="220"/>
          </a:xfrm>
        </p:grpSpPr>
        <p:cxnSp>
          <p:nvCxnSpPr>
            <p:cNvPr id="148" name="直接连接符 147"/>
            <p:cNvCxnSpPr/>
            <p:nvPr/>
          </p:nvCxnSpPr>
          <p:spPr>
            <a:xfrm>
              <a:off x="12751" y="7809"/>
              <a:ext cx="1447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49" name="任意多边形 148"/>
            <p:cNvSpPr/>
            <p:nvPr/>
          </p:nvSpPr>
          <p:spPr>
            <a:xfrm>
              <a:off x="14197" y="7699"/>
              <a:ext cx="221" cy="221"/>
            </a:xfrm>
            <a:custGeom>
              <a:avLst/>
              <a:gdLst>
                <a:gd name="connisteX0" fmla="*/ 69959 w 139918"/>
                <a:gd name="connsiteY0" fmla="*/ 0 h 139918"/>
                <a:gd name="connisteX1" fmla="*/ 139918 w 139918"/>
                <a:gd name="connsiteY1" fmla="*/ 69959 h 139918"/>
                <a:gd name="connisteX2" fmla="*/ 69959 w 139918"/>
                <a:gd name="connsiteY2" fmla="*/ 139918 h 139918"/>
                <a:gd name="connisteX3" fmla="*/ 0 w 139918"/>
                <a:gd name="connsiteY3" fmla="*/ 69959 h 139918"/>
                <a:gd name="connisteX4" fmla="*/ 69959 w 139918"/>
                <a:gd name="connsiteY4" fmla="*/ 0 h 139918"/>
                <a:gd name="connisteX5" fmla="*/ 69950 w 139918"/>
                <a:gd name="connsiteY5" fmla="*/ 28160 h 139918"/>
                <a:gd name="connisteX6" fmla="*/ 64029 w 139918"/>
                <a:gd name="connsiteY6" fmla="*/ 34081 h 139918"/>
                <a:gd name="connisteX7" fmla="*/ 64029 w 139918"/>
                <a:gd name="connsiteY7" fmla="*/ 64038 h 139918"/>
                <a:gd name="connisteX8" fmla="*/ 34081 w 139918"/>
                <a:gd name="connsiteY8" fmla="*/ 64038 h 139918"/>
                <a:gd name="connisteX9" fmla="*/ 28160 w 139918"/>
                <a:gd name="connsiteY9" fmla="*/ 69959 h 139918"/>
                <a:gd name="connisteX10" fmla="*/ 34081 w 139918"/>
                <a:gd name="connsiteY10" fmla="*/ 75880 h 139918"/>
                <a:gd name="connisteX11" fmla="*/ 64029 w 139918"/>
                <a:gd name="connsiteY11" fmla="*/ 75880 h 139918"/>
                <a:gd name="connisteX12" fmla="*/ 64029 w 139918"/>
                <a:gd name="connsiteY12" fmla="*/ 105836 h 139918"/>
                <a:gd name="connisteX13" fmla="*/ 69950 w 139918"/>
                <a:gd name="connsiteY13" fmla="*/ 111758 h 139918"/>
                <a:gd name="connisteX14" fmla="*/ 75871 w 139918"/>
                <a:gd name="connsiteY14" fmla="*/ 105836 h 139918"/>
                <a:gd name="connisteX15" fmla="*/ 75871 w 139918"/>
                <a:gd name="connsiteY15" fmla="*/ 75880 h 139918"/>
                <a:gd name="connisteX16" fmla="*/ 105819 w 139918"/>
                <a:gd name="connsiteY16" fmla="*/ 75880 h 139918"/>
                <a:gd name="connisteX17" fmla="*/ 111740 w 139918"/>
                <a:gd name="connsiteY17" fmla="*/ 69959 h 139918"/>
                <a:gd name="connisteX18" fmla="*/ 105819 w 139918"/>
                <a:gd name="connsiteY18" fmla="*/ 64038 h 139918"/>
                <a:gd name="connisteX19" fmla="*/ 75871 w 139918"/>
                <a:gd name="connsiteY19" fmla="*/ 64038 h 139918"/>
                <a:gd name="connisteX20" fmla="*/ 75871 w 139918"/>
                <a:gd name="connsiteY20" fmla="*/ 34081 h 139918"/>
                <a:gd name="connisteX21" fmla="*/ 69950 w 139918"/>
                <a:gd name="connsiteY21" fmla="*/ 28160 h 139918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  <a:cxn ang="0">
                  <a:pos x="connisteX9" y="connsiteY9"/>
                </a:cxn>
                <a:cxn ang="0">
                  <a:pos x="connisteX10" y="connsiteY10"/>
                </a:cxn>
                <a:cxn ang="0">
                  <a:pos x="connisteX11" y="connsiteY11"/>
                </a:cxn>
                <a:cxn ang="0">
                  <a:pos x="connisteX12" y="connsiteY12"/>
                </a:cxn>
                <a:cxn ang="0">
                  <a:pos x="connisteX13" y="connsiteY13"/>
                </a:cxn>
                <a:cxn ang="0">
                  <a:pos x="connisteX14" y="connsiteY14"/>
                </a:cxn>
                <a:cxn ang="0">
                  <a:pos x="connisteX15" y="connsiteY15"/>
                </a:cxn>
                <a:cxn ang="0">
                  <a:pos x="connisteX16" y="connsiteY16"/>
                </a:cxn>
                <a:cxn ang="0">
                  <a:pos x="connisteX17" y="connsiteY17"/>
                </a:cxn>
                <a:cxn ang="0">
                  <a:pos x="connisteX18" y="connsiteY18"/>
                </a:cxn>
                <a:cxn ang="0">
                  <a:pos x="connisteX19" y="connsiteY19"/>
                </a:cxn>
                <a:cxn ang="0">
                  <a:pos x="connisteX20" y="connsiteY20"/>
                </a:cxn>
                <a:cxn ang="0">
                  <a:pos x="connisteX21" y="connsiteY21"/>
                </a:cxn>
              </a:cxnLst>
              <a:rect l="l" t="t" r="r" b="b"/>
              <a:pathLst>
                <a:path w="139919" h="139919">
                  <a:moveTo>
                    <a:pt x="69959" y="0"/>
                  </a:moveTo>
                  <a:cubicBezTo>
                    <a:pt x="108598" y="0"/>
                    <a:pt x="139919" y="31321"/>
                    <a:pt x="139919" y="69959"/>
                  </a:cubicBezTo>
                  <a:cubicBezTo>
                    <a:pt x="139919" y="108598"/>
                    <a:pt x="108598" y="139919"/>
                    <a:pt x="69959" y="139919"/>
                  </a:cubicBezTo>
                  <a:cubicBezTo>
                    <a:pt x="31321" y="139919"/>
                    <a:pt x="0" y="108598"/>
                    <a:pt x="0" y="69959"/>
                  </a:cubicBezTo>
                  <a:cubicBezTo>
                    <a:pt x="0" y="31321"/>
                    <a:pt x="31321" y="0"/>
                    <a:pt x="69959" y="0"/>
                  </a:cubicBezTo>
                  <a:moveTo>
                    <a:pt x="69951" y="28161"/>
                  </a:moveTo>
                  <a:cubicBezTo>
                    <a:pt x="66681" y="28161"/>
                    <a:pt x="64029" y="30813"/>
                    <a:pt x="64029" y="34082"/>
                  </a:cubicBezTo>
                  <a:lnTo>
                    <a:pt x="64029" y="64038"/>
                  </a:lnTo>
                  <a:lnTo>
                    <a:pt x="34082" y="64038"/>
                  </a:lnTo>
                  <a:cubicBezTo>
                    <a:pt x="30813" y="64038"/>
                    <a:pt x="28161" y="66690"/>
                    <a:pt x="28161" y="69959"/>
                  </a:cubicBezTo>
                  <a:cubicBezTo>
                    <a:pt x="28161" y="73229"/>
                    <a:pt x="30813" y="75881"/>
                    <a:pt x="34082" y="75881"/>
                  </a:cubicBezTo>
                  <a:lnTo>
                    <a:pt x="64029" y="75881"/>
                  </a:lnTo>
                  <a:lnTo>
                    <a:pt x="64029" y="105837"/>
                  </a:lnTo>
                  <a:cubicBezTo>
                    <a:pt x="64029" y="109106"/>
                    <a:pt x="66681" y="111758"/>
                    <a:pt x="69951" y="111758"/>
                  </a:cubicBezTo>
                  <a:cubicBezTo>
                    <a:pt x="73219" y="111757"/>
                    <a:pt x="75872" y="109106"/>
                    <a:pt x="75872" y="105837"/>
                  </a:cubicBezTo>
                  <a:lnTo>
                    <a:pt x="75872" y="75881"/>
                  </a:lnTo>
                  <a:lnTo>
                    <a:pt x="105819" y="75881"/>
                  </a:lnTo>
                  <a:cubicBezTo>
                    <a:pt x="109088" y="75879"/>
                    <a:pt x="111741" y="73228"/>
                    <a:pt x="111741" y="69959"/>
                  </a:cubicBezTo>
                  <a:cubicBezTo>
                    <a:pt x="111741" y="66691"/>
                    <a:pt x="109088" y="64039"/>
                    <a:pt x="105819" y="64038"/>
                  </a:cubicBezTo>
                  <a:lnTo>
                    <a:pt x="75872" y="64038"/>
                  </a:lnTo>
                  <a:lnTo>
                    <a:pt x="75872" y="34082"/>
                  </a:lnTo>
                  <a:cubicBezTo>
                    <a:pt x="75872" y="30813"/>
                    <a:pt x="73219" y="28162"/>
                    <a:pt x="69951" y="28161"/>
                  </a:cubicBezTo>
                </a:path>
              </a:pathLst>
            </a:custGeom>
            <a:solidFill>
              <a:srgbClr val="000000"/>
            </a:solidFill>
          </p:spPr>
          <p:txBody>
            <a:bodyPr/>
            <a:p>
              <a:endParaRPr lang="zh-CN" altLang="en-US"/>
            </a:p>
          </p:txBody>
        </p:sp>
      </p:grpSp>
      <p:grpSp>
        <p:nvGrpSpPr>
          <p:cNvPr id="150" name="组合 149"/>
          <p:cNvGrpSpPr/>
          <p:nvPr/>
        </p:nvGrpSpPr>
        <p:grpSpPr>
          <a:xfrm>
            <a:off x="8094980" y="5634990"/>
            <a:ext cx="1057910" cy="139700"/>
            <a:chOff x="12751" y="7699"/>
            <a:chExt cx="1666" cy="220"/>
          </a:xfrm>
        </p:grpSpPr>
        <p:cxnSp>
          <p:nvCxnSpPr>
            <p:cNvPr id="151" name="直接连接符 150"/>
            <p:cNvCxnSpPr/>
            <p:nvPr/>
          </p:nvCxnSpPr>
          <p:spPr>
            <a:xfrm>
              <a:off x="12751" y="7809"/>
              <a:ext cx="1447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52" name="任意多边形 151"/>
            <p:cNvSpPr/>
            <p:nvPr/>
          </p:nvSpPr>
          <p:spPr>
            <a:xfrm>
              <a:off x="14197" y="7699"/>
              <a:ext cx="221" cy="221"/>
            </a:xfrm>
            <a:custGeom>
              <a:avLst/>
              <a:gdLst>
                <a:gd name="connisteX0" fmla="*/ 69959 w 139918"/>
                <a:gd name="connsiteY0" fmla="*/ 0 h 139918"/>
                <a:gd name="connisteX1" fmla="*/ 139918 w 139918"/>
                <a:gd name="connsiteY1" fmla="*/ 69959 h 139918"/>
                <a:gd name="connisteX2" fmla="*/ 69959 w 139918"/>
                <a:gd name="connsiteY2" fmla="*/ 139918 h 139918"/>
                <a:gd name="connisteX3" fmla="*/ 0 w 139918"/>
                <a:gd name="connsiteY3" fmla="*/ 69959 h 139918"/>
                <a:gd name="connisteX4" fmla="*/ 69959 w 139918"/>
                <a:gd name="connsiteY4" fmla="*/ 0 h 139918"/>
                <a:gd name="connisteX5" fmla="*/ 69950 w 139918"/>
                <a:gd name="connsiteY5" fmla="*/ 28160 h 139918"/>
                <a:gd name="connisteX6" fmla="*/ 64029 w 139918"/>
                <a:gd name="connsiteY6" fmla="*/ 34081 h 139918"/>
                <a:gd name="connisteX7" fmla="*/ 64029 w 139918"/>
                <a:gd name="connsiteY7" fmla="*/ 64038 h 139918"/>
                <a:gd name="connisteX8" fmla="*/ 34081 w 139918"/>
                <a:gd name="connsiteY8" fmla="*/ 64038 h 139918"/>
                <a:gd name="connisteX9" fmla="*/ 28160 w 139918"/>
                <a:gd name="connsiteY9" fmla="*/ 69959 h 139918"/>
                <a:gd name="connisteX10" fmla="*/ 34081 w 139918"/>
                <a:gd name="connsiteY10" fmla="*/ 75880 h 139918"/>
                <a:gd name="connisteX11" fmla="*/ 64029 w 139918"/>
                <a:gd name="connsiteY11" fmla="*/ 75880 h 139918"/>
                <a:gd name="connisteX12" fmla="*/ 64029 w 139918"/>
                <a:gd name="connsiteY12" fmla="*/ 105836 h 139918"/>
                <a:gd name="connisteX13" fmla="*/ 69950 w 139918"/>
                <a:gd name="connsiteY13" fmla="*/ 111758 h 139918"/>
                <a:gd name="connisteX14" fmla="*/ 75871 w 139918"/>
                <a:gd name="connsiteY14" fmla="*/ 105836 h 139918"/>
                <a:gd name="connisteX15" fmla="*/ 75871 w 139918"/>
                <a:gd name="connsiteY15" fmla="*/ 75880 h 139918"/>
                <a:gd name="connisteX16" fmla="*/ 105819 w 139918"/>
                <a:gd name="connsiteY16" fmla="*/ 75880 h 139918"/>
                <a:gd name="connisteX17" fmla="*/ 111740 w 139918"/>
                <a:gd name="connsiteY17" fmla="*/ 69959 h 139918"/>
                <a:gd name="connisteX18" fmla="*/ 105819 w 139918"/>
                <a:gd name="connsiteY18" fmla="*/ 64038 h 139918"/>
                <a:gd name="connisteX19" fmla="*/ 75871 w 139918"/>
                <a:gd name="connsiteY19" fmla="*/ 64038 h 139918"/>
                <a:gd name="connisteX20" fmla="*/ 75871 w 139918"/>
                <a:gd name="connsiteY20" fmla="*/ 34081 h 139918"/>
                <a:gd name="connisteX21" fmla="*/ 69950 w 139918"/>
                <a:gd name="connsiteY21" fmla="*/ 28160 h 139918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  <a:cxn ang="0">
                  <a:pos x="connisteX9" y="connsiteY9"/>
                </a:cxn>
                <a:cxn ang="0">
                  <a:pos x="connisteX10" y="connsiteY10"/>
                </a:cxn>
                <a:cxn ang="0">
                  <a:pos x="connisteX11" y="connsiteY11"/>
                </a:cxn>
                <a:cxn ang="0">
                  <a:pos x="connisteX12" y="connsiteY12"/>
                </a:cxn>
                <a:cxn ang="0">
                  <a:pos x="connisteX13" y="connsiteY13"/>
                </a:cxn>
                <a:cxn ang="0">
                  <a:pos x="connisteX14" y="connsiteY14"/>
                </a:cxn>
                <a:cxn ang="0">
                  <a:pos x="connisteX15" y="connsiteY15"/>
                </a:cxn>
                <a:cxn ang="0">
                  <a:pos x="connisteX16" y="connsiteY16"/>
                </a:cxn>
                <a:cxn ang="0">
                  <a:pos x="connisteX17" y="connsiteY17"/>
                </a:cxn>
                <a:cxn ang="0">
                  <a:pos x="connisteX18" y="connsiteY18"/>
                </a:cxn>
                <a:cxn ang="0">
                  <a:pos x="connisteX19" y="connsiteY19"/>
                </a:cxn>
                <a:cxn ang="0">
                  <a:pos x="connisteX20" y="connsiteY20"/>
                </a:cxn>
                <a:cxn ang="0">
                  <a:pos x="connisteX21" y="connsiteY21"/>
                </a:cxn>
              </a:cxnLst>
              <a:rect l="l" t="t" r="r" b="b"/>
              <a:pathLst>
                <a:path w="139919" h="139919">
                  <a:moveTo>
                    <a:pt x="69959" y="0"/>
                  </a:moveTo>
                  <a:cubicBezTo>
                    <a:pt x="108598" y="0"/>
                    <a:pt x="139919" y="31321"/>
                    <a:pt x="139919" y="69959"/>
                  </a:cubicBezTo>
                  <a:cubicBezTo>
                    <a:pt x="139919" y="108598"/>
                    <a:pt x="108598" y="139919"/>
                    <a:pt x="69959" y="139919"/>
                  </a:cubicBezTo>
                  <a:cubicBezTo>
                    <a:pt x="31321" y="139919"/>
                    <a:pt x="0" y="108598"/>
                    <a:pt x="0" y="69959"/>
                  </a:cubicBezTo>
                  <a:cubicBezTo>
                    <a:pt x="0" y="31321"/>
                    <a:pt x="31321" y="0"/>
                    <a:pt x="69959" y="0"/>
                  </a:cubicBezTo>
                  <a:moveTo>
                    <a:pt x="69951" y="28161"/>
                  </a:moveTo>
                  <a:cubicBezTo>
                    <a:pt x="66681" y="28161"/>
                    <a:pt x="64029" y="30813"/>
                    <a:pt x="64029" y="34082"/>
                  </a:cubicBezTo>
                  <a:lnTo>
                    <a:pt x="64029" y="64038"/>
                  </a:lnTo>
                  <a:lnTo>
                    <a:pt x="34082" y="64038"/>
                  </a:lnTo>
                  <a:cubicBezTo>
                    <a:pt x="30813" y="64038"/>
                    <a:pt x="28161" y="66690"/>
                    <a:pt x="28161" y="69959"/>
                  </a:cubicBezTo>
                  <a:cubicBezTo>
                    <a:pt x="28161" y="73229"/>
                    <a:pt x="30813" y="75881"/>
                    <a:pt x="34082" y="75881"/>
                  </a:cubicBezTo>
                  <a:lnTo>
                    <a:pt x="64029" y="75881"/>
                  </a:lnTo>
                  <a:lnTo>
                    <a:pt x="64029" y="105837"/>
                  </a:lnTo>
                  <a:cubicBezTo>
                    <a:pt x="64029" y="109106"/>
                    <a:pt x="66681" y="111758"/>
                    <a:pt x="69951" y="111758"/>
                  </a:cubicBezTo>
                  <a:cubicBezTo>
                    <a:pt x="73219" y="111757"/>
                    <a:pt x="75872" y="109106"/>
                    <a:pt x="75872" y="105837"/>
                  </a:cubicBezTo>
                  <a:lnTo>
                    <a:pt x="75872" y="75881"/>
                  </a:lnTo>
                  <a:lnTo>
                    <a:pt x="105819" y="75881"/>
                  </a:lnTo>
                  <a:cubicBezTo>
                    <a:pt x="109088" y="75879"/>
                    <a:pt x="111741" y="73228"/>
                    <a:pt x="111741" y="69959"/>
                  </a:cubicBezTo>
                  <a:cubicBezTo>
                    <a:pt x="111741" y="66691"/>
                    <a:pt x="109088" y="64039"/>
                    <a:pt x="105819" y="64038"/>
                  </a:cubicBezTo>
                  <a:lnTo>
                    <a:pt x="75872" y="64038"/>
                  </a:lnTo>
                  <a:lnTo>
                    <a:pt x="75872" y="34082"/>
                  </a:lnTo>
                  <a:cubicBezTo>
                    <a:pt x="75872" y="30813"/>
                    <a:pt x="73219" y="28162"/>
                    <a:pt x="69951" y="28161"/>
                  </a:cubicBezTo>
                </a:path>
              </a:pathLst>
            </a:custGeom>
            <a:solidFill>
              <a:srgbClr val="000000"/>
            </a:solidFill>
          </p:spPr>
          <p:txBody>
            <a:bodyPr/>
            <a:p>
              <a:endParaRPr lang="zh-CN" altLang="en-US"/>
            </a:p>
          </p:txBody>
        </p:sp>
      </p:grpSp>
      <p:cxnSp>
        <p:nvCxnSpPr>
          <p:cNvPr id="154" name="直接连接符 153"/>
          <p:cNvCxnSpPr/>
          <p:nvPr/>
        </p:nvCxnSpPr>
        <p:spPr>
          <a:xfrm>
            <a:off x="8094345" y="5939790"/>
            <a:ext cx="91884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57" name="图片 156" descr="减号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9010015" y="5869940"/>
            <a:ext cx="143510" cy="143510"/>
          </a:xfrm>
          <a:prstGeom prst="rect">
            <a:avLst/>
          </a:prstGeom>
        </p:spPr>
      </p:pic>
      <p:sp>
        <p:nvSpPr>
          <p:cNvPr id="158" name="任意多边形 157"/>
          <p:cNvSpPr/>
          <p:nvPr/>
        </p:nvSpPr>
        <p:spPr>
          <a:xfrm>
            <a:off x="7792085" y="5267960"/>
            <a:ext cx="143510" cy="143510"/>
          </a:xfrm>
          <a:custGeom>
            <a:avLst/>
            <a:gdLst>
              <a:gd name="connisteX0" fmla="*/ 71754 w 143510"/>
              <a:gd name="connsiteY0" fmla="*/ 0 h 143510"/>
              <a:gd name="connisteX1" fmla="*/ 0 w 143510"/>
              <a:gd name="connsiteY1" fmla="*/ 71754 h 143510"/>
              <a:gd name="connisteX2" fmla="*/ 71754 w 143510"/>
              <a:gd name="connsiteY2" fmla="*/ 143510 h 143510"/>
              <a:gd name="connisteX3" fmla="*/ 143510 w 143510"/>
              <a:gd name="connsiteY3" fmla="*/ 71754 h 143510"/>
              <a:gd name="connisteX4" fmla="*/ 71754 w 143510"/>
              <a:gd name="connsiteY4" fmla="*/ 0 h 143510"/>
              <a:gd name="connisteX5" fmla="*/ 109230 w 143510"/>
              <a:gd name="connsiteY5" fmla="*/ 75875 h 143510"/>
              <a:gd name="connisteX6" fmla="*/ 34268 w 143510"/>
              <a:gd name="connsiteY6" fmla="*/ 75875 h 143510"/>
              <a:gd name="connisteX7" fmla="*/ 30148 w 143510"/>
              <a:gd name="connsiteY7" fmla="*/ 71754 h 143510"/>
              <a:gd name="connisteX8" fmla="*/ 34268 w 143510"/>
              <a:gd name="connsiteY8" fmla="*/ 67634 h 143510"/>
              <a:gd name="connisteX9" fmla="*/ 109230 w 143510"/>
              <a:gd name="connsiteY9" fmla="*/ 67634 h 143510"/>
              <a:gd name="connisteX10" fmla="*/ 113350 w 143510"/>
              <a:gd name="connsiteY10" fmla="*/ 71754 h 143510"/>
              <a:gd name="connisteX11" fmla="*/ 109230 w 143510"/>
              <a:gd name="connsiteY11" fmla="*/ 75875 h 14351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  <a:cxn ang="0">
                <a:pos x="connisteX9" y="connsiteY9"/>
              </a:cxn>
              <a:cxn ang="0">
                <a:pos x="connisteX10" y="connsiteY10"/>
              </a:cxn>
              <a:cxn ang="0">
                <a:pos x="connisteX11" y="connsiteY11"/>
              </a:cxn>
            </a:cxnLst>
            <a:rect l="l" t="t" r="r" b="b"/>
            <a:pathLst>
              <a:path w="143510" h="143510">
                <a:moveTo>
                  <a:pt x="71755" y="0"/>
                </a:moveTo>
                <a:cubicBezTo>
                  <a:pt x="32122" y="0"/>
                  <a:pt x="0" y="32122"/>
                  <a:pt x="0" y="71755"/>
                </a:cubicBezTo>
                <a:cubicBezTo>
                  <a:pt x="0" y="111388"/>
                  <a:pt x="32122" y="143510"/>
                  <a:pt x="71755" y="143510"/>
                </a:cubicBezTo>
                <a:cubicBezTo>
                  <a:pt x="111388" y="143510"/>
                  <a:pt x="143510" y="111394"/>
                  <a:pt x="143510" y="71755"/>
                </a:cubicBezTo>
                <a:cubicBezTo>
                  <a:pt x="143510" y="32116"/>
                  <a:pt x="111377" y="0"/>
                  <a:pt x="71755" y="0"/>
                </a:cubicBezTo>
                <a:moveTo>
                  <a:pt x="109230" y="75875"/>
                </a:moveTo>
                <a:lnTo>
                  <a:pt x="34269" y="75875"/>
                </a:lnTo>
                <a:cubicBezTo>
                  <a:pt x="31993" y="75875"/>
                  <a:pt x="30148" y="74031"/>
                  <a:pt x="30148" y="71755"/>
                </a:cubicBezTo>
                <a:cubicBezTo>
                  <a:pt x="30148" y="69479"/>
                  <a:pt x="31993" y="67635"/>
                  <a:pt x="34269" y="67635"/>
                </a:cubicBezTo>
                <a:lnTo>
                  <a:pt x="109230" y="67635"/>
                </a:lnTo>
                <a:cubicBezTo>
                  <a:pt x="111506" y="67635"/>
                  <a:pt x="113350" y="69479"/>
                  <a:pt x="113350" y="71755"/>
                </a:cubicBezTo>
                <a:cubicBezTo>
                  <a:pt x="113350" y="74031"/>
                  <a:pt x="111506" y="75875"/>
                  <a:pt x="109230" y="75875"/>
                </a:cubicBezTo>
              </a:path>
            </a:pathLst>
          </a:custGeom>
          <a:solidFill>
            <a:srgbClr val="000000"/>
          </a:solidFill>
        </p:spPr>
        <p:txBody>
          <a:bodyPr/>
          <a:p>
            <a:endParaRPr lang="zh-CN" altLang="en-US"/>
          </a:p>
        </p:txBody>
      </p:sp>
      <p:sp>
        <p:nvSpPr>
          <p:cNvPr id="159" name="任意多边形 158"/>
          <p:cNvSpPr/>
          <p:nvPr/>
        </p:nvSpPr>
        <p:spPr>
          <a:xfrm>
            <a:off x="9010015" y="5864225"/>
            <a:ext cx="143510" cy="143510"/>
          </a:xfrm>
          <a:custGeom>
            <a:avLst/>
            <a:gdLst>
              <a:gd name="connisteX0" fmla="*/ 71754 w 143510"/>
              <a:gd name="connsiteY0" fmla="*/ 0 h 143510"/>
              <a:gd name="connisteX1" fmla="*/ 0 w 143510"/>
              <a:gd name="connsiteY1" fmla="*/ 71754 h 143510"/>
              <a:gd name="connisteX2" fmla="*/ 71754 w 143510"/>
              <a:gd name="connsiteY2" fmla="*/ 143510 h 143510"/>
              <a:gd name="connisteX3" fmla="*/ 143510 w 143510"/>
              <a:gd name="connsiteY3" fmla="*/ 71754 h 143510"/>
              <a:gd name="connisteX4" fmla="*/ 71754 w 143510"/>
              <a:gd name="connsiteY4" fmla="*/ 0 h 143510"/>
              <a:gd name="connisteX5" fmla="*/ 109230 w 143510"/>
              <a:gd name="connsiteY5" fmla="*/ 75875 h 143510"/>
              <a:gd name="connisteX6" fmla="*/ 34268 w 143510"/>
              <a:gd name="connsiteY6" fmla="*/ 75875 h 143510"/>
              <a:gd name="connisteX7" fmla="*/ 30148 w 143510"/>
              <a:gd name="connsiteY7" fmla="*/ 71754 h 143510"/>
              <a:gd name="connisteX8" fmla="*/ 34268 w 143510"/>
              <a:gd name="connsiteY8" fmla="*/ 67634 h 143510"/>
              <a:gd name="connisteX9" fmla="*/ 109230 w 143510"/>
              <a:gd name="connsiteY9" fmla="*/ 67634 h 143510"/>
              <a:gd name="connisteX10" fmla="*/ 113350 w 143510"/>
              <a:gd name="connsiteY10" fmla="*/ 71754 h 143510"/>
              <a:gd name="connisteX11" fmla="*/ 109230 w 143510"/>
              <a:gd name="connsiteY11" fmla="*/ 75875 h 14351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  <a:cxn ang="0">
                <a:pos x="connisteX9" y="connsiteY9"/>
              </a:cxn>
              <a:cxn ang="0">
                <a:pos x="connisteX10" y="connsiteY10"/>
              </a:cxn>
              <a:cxn ang="0">
                <a:pos x="connisteX11" y="connsiteY11"/>
              </a:cxn>
            </a:cxnLst>
            <a:rect l="l" t="t" r="r" b="b"/>
            <a:pathLst>
              <a:path w="143510" h="143510">
                <a:moveTo>
                  <a:pt x="71755" y="0"/>
                </a:moveTo>
                <a:cubicBezTo>
                  <a:pt x="32122" y="0"/>
                  <a:pt x="0" y="32122"/>
                  <a:pt x="0" y="71755"/>
                </a:cubicBezTo>
                <a:cubicBezTo>
                  <a:pt x="0" y="111388"/>
                  <a:pt x="32122" y="143510"/>
                  <a:pt x="71755" y="143510"/>
                </a:cubicBezTo>
                <a:cubicBezTo>
                  <a:pt x="111388" y="143510"/>
                  <a:pt x="143510" y="111394"/>
                  <a:pt x="143510" y="71755"/>
                </a:cubicBezTo>
                <a:cubicBezTo>
                  <a:pt x="143510" y="32116"/>
                  <a:pt x="111377" y="0"/>
                  <a:pt x="71755" y="0"/>
                </a:cubicBezTo>
                <a:moveTo>
                  <a:pt x="109230" y="75875"/>
                </a:moveTo>
                <a:lnTo>
                  <a:pt x="34269" y="75875"/>
                </a:lnTo>
                <a:cubicBezTo>
                  <a:pt x="31993" y="75875"/>
                  <a:pt x="30148" y="74031"/>
                  <a:pt x="30148" y="71755"/>
                </a:cubicBezTo>
                <a:cubicBezTo>
                  <a:pt x="30148" y="69479"/>
                  <a:pt x="31993" y="67635"/>
                  <a:pt x="34269" y="67635"/>
                </a:cubicBezTo>
                <a:lnTo>
                  <a:pt x="109230" y="67635"/>
                </a:lnTo>
                <a:cubicBezTo>
                  <a:pt x="111506" y="67635"/>
                  <a:pt x="113350" y="69479"/>
                  <a:pt x="113350" y="71755"/>
                </a:cubicBezTo>
                <a:cubicBezTo>
                  <a:pt x="113350" y="74031"/>
                  <a:pt x="111506" y="75875"/>
                  <a:pt x="109230" y="75875"/>
                </a:cubicBezTo>
              </a:path>
            </a:pathLst>
          </a:custGeom>
          <a:solidFill>
            <a:srgbClr val="000000"/>
          </a:solidFill>
        </p:spPr>
        <p:txBody>
          <a:bodyPr/>
          <a:p>
            <a:endParaRPr lang="zh-CN" altLang="en-US"/>
          </a:p>
        </p:txBody>
      </p:sp>
      <p:sp>
        <p:nvSpPr>
          <p:cNvPr id="161" name="矩形 160"/>
          <p:cNvSpPr/>
          <p:nvPr/>
        </p:nvSpPr>
        <p:spPr>
          <a:xfrm>
            <a:off x="9299575" y="5349875"/>
            <a:ext cx="918210" cy="118300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2" name="文本框 161"/>
          <p:cNvSpPr txBox="1"/>
          <p:nvPr/>
        </p:nvSpPr>
        <p:spPr>
          <a:xfrm>
            <a:off x="9299575" y="5349875"/>
            <a:ext cx="1040130" cy="2076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zh-CN" altLang="en-US" sz="900"/>
              <a:t>技术路线图</a:t>
            </a:r>
            <a:r>
              <a:rPr lang="en-US" altLang="zh-CN" sz="900"/>
              <a:t>.png</a:t>
            </a:r>
            <a:endParaRPr lang="en-US" altLang="zh-CN" sz="900"/>
          </a:p>
          <a:p>
            <a:pPr algn="l"/>
            <a:endParaRPr lang="en-US" altLang="zh-CN" sz="900"/>
          </a:p>
        </p:txBody>
      </p:sp>
      <p:cxnSp>
        <p:nvCxnSpPr>
          <p:cNvPr id="163" name="直接连接符 162"/>
          <p:cNvCxnSpPr/>
          <p:nvPr/>
        </p:nvCxnSpPr>
        <p:spPr>
          <a:xfrm flipH="1" flipV="1">
            <a:off x="3967480" y="4650740"/>
            <a:ext cx="1683385" cy="127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64" name="文本框 163"/>
          <p:cNvSpPr txBox="1"/>
          <p:nvPr/>
        </p:nvSpPr>
        <p:spPr>
          <a:xfrm>
            <a:off x="3963035" y="4653280"/>
            <a:ext cx="1141095" cy="2355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zh-CN" altLang="en-US" sz="900"/>
              <a:t>文献版本</a:t>
            </a:r>
            <a:r>
              <a:rPr lang="zh-CN" altLang="en-US" sz="900"/>
              <a:t>管理</a:t>
            </a:r>
            <a:endParaRPr lang="zh-CN" altLang="en-US" sz="900"/>
          </a:p>
        </p:txBody>
      </p:sp>
      <p:sp>
        <p:nvSpPr>
          <p:cNvPr id="165" name="任意多边形 164"/>
          <p:cNvSpPr/>
          <p:nvPr/>
        </p:nvSpPr>
        <p:spPr>
          <a:xfrm>
            <a:off x="5457825" y="4702810"/>
            <a:ext cx="140335" cy="140335"/>
          </a:xfrm>
          <a:custGeom>
            <a:avLst/>
            <a:gdLst>
              <a:gd name="connisteX0" fmla="*/ 69959 w 139918"/>
              <a:gd name="connsiteY0" fmla="*/ 0 h 139918"/>
              <a:gd name="connisteX1" fmla="*/ 139918 w 139918"/>
              <a:gd name="connsiteY1" fmla="*/ 69959 h 139918"/>
              <a:gd name="connisteX2" fmla="*/ 69959 w 139918"/>
              <a:gd name="connsiteY2" fmla="*/ 139918 h 139918"/>
              <a:gd name="connisteX3" fmla="*/ 0 w 139918"/>
              <a:gd name="connsiteY3" fmla="*/ 69959 h 139918"/>
              <a:gd name="connisteX4" fmla="*/ 69959 w 139918"/>
              <a:gd name="connsiteY4" fmla="*/ 0 h 139918"/>
              <a:gd name="connisteX5" fmla="*/ 69950 w 139918"/>
              <a:gd name="connsiteY5" fmla="*/ 28160 h 139918"/>
              <a:gd name="connisteX6" fmla="*/ 64029 w 139918"/>
              <a:gd name="connsiteY6" fmla="*/ 34081 h 139918"/>
              <a:gd name="connisteX7" fmla="*/ 64029 w 139918"/>
              <a:gd name="connsiteY7" fmla="*/ 64038 h 139918"/>
              <a:gd name="connisteX8" fmla="*/ 34081 w 139918"/>
              <a:gd name="connsiteY8" fmla="*/ 64038 h 139918"/>
              <a:gd name="connisteX9" fmla="*/ 28160 w 139918"/>
              <a:gd name="connsiteY9" fmla="*/ 69959 h 139918"/>
              <a:gd name="connisteX10" fmla="*/ 34081 w 139918"/>
              <a:gd name="connsiteY10" fmla="*/ 75880 h 139918"/>
              <a:gd name="connisteX11" fmla="*/ 64029 w 139918"/>
              <a:gd name="connsiteY11" fmla="*/ 75880 h 139918"/>
              <a:gd name="connisteX12" fmla="*/ 64029 w 139918"/>
              <a:gd name="connsiteY12" fmla="*/ 105836 h 139918"/>
              <a:gd name="connisteX13" fmla="*/ 69950 w 139918"/>
              <a:gd name="connsiteY13" fmla="*/ 111758 h 139918"/>
              <a:gd name="connisteX14" fmla="*/ 75871 w 139918"/>
              <a:gd name="connsiteY14" fmla="*/ 105836 h 139918"/>
              <a:gd name="connisteX15" fmla="*/ 75871 w 139918"/>
              <a:gd name="connsiteY15" fmla="*/ 75880 h 139918"/>
              <a:gd name="connisteX16" fmla="*/ 105819 w 139918"/>
              <a:gd name="connsiteY16" fmla="*/ 75880 h 139918"/>
              <a:gd name="connisteX17" fmla="*/ 111740 w 139918"/>
              <a:gd name="connsiteY17" fmla="*/ 69959 h 139918"/>
              <a:gd name="connisteX18" fmla="*/ 105819 w 139918"/>
              <a:gd name="connsiteY18" fmla="*/ 64038 h 139918"/>
              <a:gd name="connisteX19" fmla="*/ 75871 w 139918"/>
              <a:gd name="connsiteY19" fmla="*/ 64038 h 139918"/>
              <a:gd name="connisteX20" fmla="*/ 75871 w 139918"/>
              <a:gd name="connsiteY20" fmla="*/ 34081 h 139918"/>
              <a:gd name="connisteX21" fmla="*/ 69950 w 139918"/>
              <a:gd name="connsiteY21" fmla="*/ 28160 h 139918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  <a:cxn ang="0">
                <a:pos x="connisteX9" y="connsiteY9"/>
              </a:cxn>
              <a:cxn ang="0">
                <a:pos x="connisteX10" y="connsiteY10"/>
              </a:cxn>
              <a:cxn ang="0">
                <a:pos x="connisteX11" y="connsiteY11"/>
              </a:cxn>
              <a:cxn ang="0">
                <a:pos x="connisteX12" y="connsiteY12"/>
              </a:cxn>
              <a:cxn ang="0">
                <a:pos x="connisteX13" y="connsiteY13"/>
              </a:cxn>
              <a:cxn ang="0">
                <a:pos x="connisteX14" y="connsiteY14"/>
              </a:cxn>
              <a:cxn ang="0">
                <a:pos x="connisteX15" y="connsiteY15"/>
              </a:cxn>
              <a:cxn ang="0">
                <a:pos x="connisteX16" y="connsiteY16"/>
              </a:cxn>
              <a:cxn ang="0">
                <a:pos x="connisteX17" y="connsiteY17"/>
              </a:cxn>
              <a:cxn ang="0">
                <a:pos x="connisteX18" y="connsiteY18"/>
              </a:cxn>
              <a:cxn ang="0">
                <a:pos x="connisteX19" y="connsiteY19"/>
              </a:cxn>
              <a:cxn ang="0">
                <a:pos x="connisteX20" y="connsiteY20"/>
              </a:cxn>
              <a:cxn ang="0">
                <a:pos x="connisteX21" y="connsiteY21"/>
              </a:cxn>
            </a:cxnLst>
            <a:rect l="l" t="t" r="r" b="b"/>
            <a:pathLst>
              <a:path w="139919" h="139919">
                <a:moveTo>
                  <a:pt x="69959" y="0"/>
                </a:moveTo>
                <a:cubicBezTo>
                  <a:pt x="108598" y="0"/>
                  <a:pt x="139919" y="31321"/>
                  <a:pt x="139919" y="69959"/>
                </a:cubicBezTo>
                <a:cubicBezTo>
                  <a:pt x="139919" y="108598"/>
                  <a:pt x="108598" y="139919"/>
                  <a:pt x="69959" y="139919"/>
                </a:cubicBezTo>
                <a:cubicBezTo>
                  <a:pt x="31321" y="139919"/>
                  <a:pt x="0" y="108598"/>
                  <a:pt x="0" y="69959"/>
                </a:cubicBezTo>
                <a:cubicBezTo>
                  <a:pt x="0" y="31321"/>
                  <a:pt x="31321" y="0"/>
                  <a:pt x="69959" y="0"/>
                </a:cubicBezTo>
                <a:moveTo>
                  <a:pt x="69951" y="28161"/>
                </a:moveTo>
                <a:cubicBezTo>
                  <a:pt x="66681" y="28161"/>
                  <a:pt x="64029" y="30813"/>
                  <a:pt x="64029" y="34082"/>
                </a:cubicBezTo>
                <a:lnTo>
                  <a:pt x="64029" y="64038"/>
                </a:lnTo>
                <a:lnTo>
                  <a:pt x="34082" y="64038"/>
                </a:lnTo>
                <a:cubicBezTo>
                  <a:pt x="30813" y="64038"/>
                  <a:pt x="28161" y="66690"/>
                  <a:pt x="28161" y="69959"/>
                </a:cubicBezTo>
                <a:cubicBezTo>
                  <a:pt x="28161" y="73229"/>
                  <a:pt x="30813" y="75881"/>
                  <a:pt x="34082" y="75881"/>
                </a:cubicBezTo>
                <a:lnTo>
                  <a:pt x="64029" y="75881"/>
                </a:lnTo>
                <a:lnTo>
                  <a:pt x="64029" y="105837"/>
                </a:lnTo>
                <a:cubicBezTo>
                  <a:pt x="64029" y="109106"/>
                  <a:pt x="66681" y="111758"/>
                  <a:pt x="69951" y="111758"/>
                </a:cubicBezTo>
                <a:cubicBezTo>
                  <a:pt x="73219" y="111757"/>
                  <a:pt x="75872" y="109106"/>
                  <a:pt x="75872" y="105837"/>
                </a:cubicBezTo>
                <a:lnTo>
                  <a:pt x="75872" y="75881"/>
                </a:lnTo>
                <a:lnTo>
                  <a:pt x="105819" y="75881"/>
                </a:lnTo>
                <a:cubicBezTo>
                  <a:pt x="109088" y="75879"/>
                  <a:pt x="111741" y="73228"/>
                  <a:pt x="111741" y="69959"/>
                </a:cubicBezTo>
                <a:cubicBezTo>
                  <a:pt x="111741" y="66691"/>
                  <a:pt x="109088" y="64039"/>
                  <a:pt x="105819" y="64038"/>
                </a:cubicBezTo>
                <a:lnTo>
                  <a:pt x="75872" y="64038"/>
                </a:lnTo>
                <a:lnTo>
                  <a:pt x="75872" y="34082"/>
                </a:lnTo>
                <a:cubicBezTo>
                  <a:pt x="75872" y="30813"/>
                  <a:pt x="73219" y="28162"/>
                  <a:pt x="69951" y="28161"/>
                </a:cubicBezTo>
              </a:path>
            </a:pathLst>
          </a:custGeom>
          <a:solidFill>
            <a:srgbClr val="000000"/>
          </a:solidFill>
        </p:spPr>
        <p:txBody>
          <a:bodyPr/>
          <a:p>
            <a:endParaRPr lang="zh-CN" altLang="en-US"/>
          </a:p>
        </p:txBody>
      </p:sp>
      <p:sp>
        <p:nvSpPr>
          <p:cNvPr id="166" name="文本框 165"/>
          <p:cNvSpPr txBox="1"/>
          <p:nvPr/>
        </p:nvSpPr>
        <p:spPr>
          <a:xfrm>
            <a:off x="3967480" y="4895215"/>
            <a:ext cx="1682115" cy="2368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900"/>
              <a:t>⚪</a:t>
            </a:r>
            <a:r>
              <a:rPr lang="en-US" altLang="zh-CN" sz="900"/>
              <a:t> </a:t>
            </a:r>
            <a:r>
              <a:rPr lang="zh-CN" altLang="en-US" sz="900"/>
              <a:t>长三角地区产</a:t>
            </a:r>
            <a:r>
              <a:rPr lang="en-US" altLang="zh-CN" sz="900"/>
              <a:t>… .docx</a:t>
            </a:r>
            <a:endParaRPr lang="en-US" altLang="zh-CN" sz="900"/>
          </a:p>
        </p:txBody>
      </p:sp>
      <p:sp>
        <p:nvSpPr>
          <p:cNvPr id="167" name="文本框 166"/>
          <p:cNvSpPr txBox="1"/>
          <p:nvPr/>
        </p:nvSpPr>
        <p:spPr>
          <a:xfrm>
            <a:off x="3963035" y="5132070"/>
            <a:ext cx="1682115" cy="2368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900"/>
              <a:t>⚪</a:t>
            </a:r>
            <a:r>
              <a:rPr lang="en-US" altLang="zh-CN" sz="900"/>
              <a:t> </a:t>
            </a:r>
            <a:r>
              <a:rPr lang="zh-CN" altLang="en-US" sz="900"/>
              <a:t>长三角地区产</a:t>
            </a:r>
            <a:r>
              <a:rPr lang="en-US" altLang="zh-CN" sz="900"/>
              <a:t>… .</a:t>
            </a:r>
            <a:r>
              <a:rPr lang="en-US" altLang="zh-CN" sz="900"/>
              <a:t>tex</a:t>
            </a:r>
            <a:endParaRPr lang="en-US" altLang="zh-CN" sz="900"/>
          </a:p>
        </p:txBody>
      </p:sp>
      <p:sp>
        <p:nvSpPr>
          <p:cNvPr id="168" name="文本框 167"/>
          <p:cNvSpPr txBox="1"/>
          <p:nvPr/>
        </p:nvSpPr>
        <p:spPr>
          <a:xfrm>
            <a:off x="3963035" y="5368925"/>
            <a:ext cx="1682115" cy="2368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900"/>
              <a:t>⚪</a:t>
            </a:r>
            <a:r>
              <a:rPr lang="en-US" altLang="zh-CN" sz="900"/>
              <a:t> </a:t>
            </a:r>
            <a:r>
              <a:rPr lang="zh-CN" altLang="en-US" sz="900"/>
              <a:t>长三角地区产</a:t>
            </a:r>
            <a:r>
              <a:rPr lang="en-US" altLang="zh-CN" sz="900"/>
              <a:t>… .</a:t>
            </a:r>
            <a:r>
              <a:rPr lang="en-US" altLang="zh-CN" sz="900"/>
              <a:t>tex</a:t>
            </a:r>
            <a:endParaRPr lang="en-US" altLang="zh-CN" sz="900"/>
          </a:p>
        </p:txBody>
      </p:sp>
      <p:sp>
        <p:nvSpPr>
          <p:cNvPr id="169" name="文本框 168"/>
          <p:cNvSpPr txBox="1"/>
          <p:nvPr/>
        </p:nvSpPr>
        <p:spPr>
          <a:xfrm>
            <a:off x="3967480" y="5605780"/>
            <a:ext cx="1682115" cy="2368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900"/>
              <a:t>⚪</a:t>
            </a:r>
            <a:r>
              <a:rPr lang="en-US" altLang="zh-CN" sz="900"/>
              <a:t> </a:t>
            </a:r>
            <a:r>
              <a:rPr lang="zh-CN" altLang="en-US" sz="900"/>
              <a:t>长三角地区产</a:t>
            </a:r>
            <a:r>
              <a:rPr lang="en-US" altLang="zh-CN" sz="900"/>
              <a:t>… .</a:t>
            </a:r>
            <a:r>
              <a:rPr lang="en-US" altLang="zh-CN" sz="900"/>
              <a:t>tex</a:t>
            </a:r>
            <a:endParaRPr lang="en-US" altLang="zh-CN" sz="900"/>
          </a:p>
        </p:txBody>
      </p:sp>
      <p:sp>
        <p:nvSpPr>
          <p:cNvPr id="170" name="文本框 169"/>
          <p:cNvSpPr txBox="1"/>
          <p:nvPr/>
        </p:nvSpPr>
        <p:spPr>
          <a:xfrm>
            <a:off x="4007485" y="1407160"/>
            <a:ext cx="181610" cy="3181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900"/>
              <a:t>计划</a:t>
            </a:r>
            <a:endParaRPr lang="zh-CN" altLang="en-US" sz="900"/>
          </a:p>
        </p:txBody>
      </p:sp>
      <p:sp>
        <p:nvSpPr>
          <p:cNvPr id="171" name="文本框 170"/>
          <p:cNvSpPr txBox="1"/>
          <p:nvPr/>
        </p:nvSpPr>
        <p:spPr>
          <a:xfrm>
            <a:off x="4007485" y="2569210"/>
            <a:ext cx="181610" cy="3181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900"/>
              <a:t>日志</a:t>
            </a:r>
            <a:endParaRPr lang="zh-CN" altLang="en-US" sz="900"/>
          </a:p>
        </p:txBody>
      </p:sp>
      <p:sp>
        <p:nvSpPr>
          <p:cNvPr id="172" name="文本框 171"/>
          <p:cNvSpPr txBox="1"/>
          <p:nvPr/>
        </p:nvSpPr>
        <p:spPr>
          <a:xfrm>
            <a:off x="5300345" y="5605780"/>
            <a:ext cx="344805" cy="2362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r"/>
            <a:r>
              <a:rPr lang="en-US" sz="900"/>
              <a:t>…</a:t>
            </a:r>
            <a:endParaRPr lang="en-US" sz="900"/>
          </a:p>
        </p:txBody>
      </p:sp>
      <p:sp>
        <p:nvSpPr>
          <p:cNvPr id="173" name="文本框 172"/>
          <p:cNvSpPr txBox="1"/>
          <p:nvPr/>
        </p:nvSpPr>
        <p:spPr>
          <a:xfrm>
            <a:off x="5306060" y="5369560"/>
            <a:ext cx="344805" cy="2362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r"/>
            <a:r>
              <a:rPr lang="en-US" sz="900"/>
              <a:t>…</a:t>
            </a:r>
            <a:endParaRPr lang="en-US" sz="900"/>
          </a:p>
        </p:txBody>
      </p:sp>
      <p:sp>
        <p:nvSpPr>
          <p:cNvPr id="174" name="文本框 173"/>
          <p:cNvSpPr txBox="1"/>
          <p:nvPr/>
        </p:nvSpPr>
        <p:spPr>
          <a:xfrm>
            <a:off x="5306060" y="5113655"/>
            <a:ext cx="344805" cy="2362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r"/>
            <a:r>
              <a:rPr lang="en-US" sz="900"/>
              <a:t>…</a:t>
            </a:r>
            <a:endParaRPr lang="en-US" sz="900"/>
          </a:p>
        </p:txBody>
      </p:sp>
      <p:sp>
        <p:nvSpPr>
          <p:cNvPr id="175" name="文本框 174"/>
          <p:cNvSpPr txBox="1"/>
          <p:nvPr/>
        </p:nvSpPr>
        <p:spPr>
          <a:xfrm>
            <a:off x="5306060" y="4877435"/>
            <a:ext cx="344805" cy="2362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r"/>
            <a:r>
              <a:rPr lang="en-US" sz="900"/>
              <a:t>…</a:t>
            </a:r>
            <a:endParaRPr lang="en-US" sz="900"/>
          </a:p>
        </p:txBody>
      </p:sp>
      <p:sp>
        <p:nvSpPr>
          <p:cNvPr id="177" name="文本框 176"/>
          <p:cNvSpPr txBox="1"/>
          <p:nvPr/>
        </p:nvSpPr>
        <p:spPr>
          <a:xfrm>
            <a:off x="3963035" y="5842635"/>
            <a:ext cx="1682115" cy="2368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900"/>
              <a:t>⚪</a:t>
            </a:r>
            <a:r>
              <a:rPr lang="en-US" altLang="zh-CN" sz="900"/>
              <a:t> </a:t>
            </a:r>
            <a:r>
              <a:rPr lang="zh-CN" altLang="en-US" sz="900"/>
              <a:t>研究结论</a:t>
            </a:r>
            <a:r>
              <a:rPr lang="en-US" altLang="zh-CN" sz="900"/>
              <a:t>v3.</a:t>
            </a:r>
            <a:r>
              <a:rPr lang="en-US" altLang="zh-CN" sz="900"/>
              <a:t>tex</a:t>
            </a:r>
            <a:endParaRPr lang="en-US" altLang="zh-CN" sz="900"/>
          </a:p>
        </p:txBody>
      </p:sp>
      <p:sp>
        <p:nvSpPr>
          <p:cNvPr id="178" name="文本框 177"/>
          <p:cNvSpPr txBox="1"/>
          <p:nvPr/>
        </p:nvSpPr>
        <p:spPr>
          <a:xfrm>
            <a:off x="3961765" y="6064250"/>
            <a:ext cx="1682115" cy="2368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900"/>
              <a:t>⚪</a:t>
            </a:r>
            <a:r>
              <a:rPr lang="en-US" altLang="zh-CN" sz="900"/>
              <a:t> </a:t>
            </a:r>
            <a:r>
              <a:rPr lang="zh-CN" altLang="en-US" sz="900"/>
              <a:t>研究结论</a:t>
            </a:r>
            <a:r>
              <a:rPr lang="en-US" altLang="zh-CN" sz="900"/>
              <a:t>v2 .</a:t>
            </a:r>
            <a:r>
              <a:rPr lang="en-US" altLang="zh-CN" sz="900"/>
              <a:t>tex</a:t>
            </a:r>
            <a:endParaRPr lang="en-US" altLang="zh-CN" sz="900"/>
          </a:p>
        </p:txBody>
      </p:sp>
      <p:sp>
        <p:nvSpPr>
          <p:cNvPr id="179" name="文本框 178"/>
          <p:cNvSpPr txBox="1"/>
          <p:nvPr/>
        </p:nvSpPr>
        <p:spPr>
          <a:xfrm>
            <a:off x="5306060" y="5843270"/>
            <a:ext cx="344805" cy="2362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r"/>
            <a:r>
              <a:rPr lang="en-US" sz="900"/>
              <a:t>…</a:t>
            </a:r>
            <a:endParaRPr lang="en-US" sz="900"/>
          </a:p>
        </p:txBody>
      </p:sp>
      <p:sp>
        <p:nvSpPr>
          <p:cNvPr id="180" name="文本框 179"/>
          <p:cNvSpPr txBox="1"/>
          <p:nvPr/>
        </p:nvSpPr>
        <p:spPr>
          <a:xfrm>
            <a:off x="5300345" y="6050915"/>
            <a:ext cx="344805" cy="2362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r"/>
            <a:r>
              <a:rPr lang="en-US" sz="900"/>
              <a:t>…</a:t>
            </a:r>
            <a:endParaRPr lang="en-US" sz="900"/>
          </a:p>
        </p:txBody>
      </p:sp>
      <p:sp>
        <p:nvSpPr>
          <p:cNvPr id="181" name="文本框 180"/>
          <p:cNvSpPr txBox="1"/>
          <p:nvPr/>
        </p:nvSpPr>
        <p:spPr>
          <a:xfrm>
            <a:off x="3957320" y="6285865"/>
            <a:ext cx="1682115" cy="2368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900"/>
              <a:t>⚪</a:t>
            </a:r>
            <a:r>
              <a:rPr lang="en-US" altLang="zh-CN" sz="900"/>
              <a:t> </a:t>
            </a:r>
            <a:r>
              <a:rPr lang="zh-CN" altLang="en-US" sz="900"/>
              <a:t>实证分析</a:t>
            </a:r>
            <a:r>
              <a:rPr lang="en-US" altLang="zh-CN" sz="900"/>
              <a:t>v5 .</a:t>
            </a:r>
            <a:r>
              <a:rPr lang="en-US" altLang="zh-CN" sz="900"/>
              <a:t>tex</a:t>
            </a:r>
            <a:endParaRPr lang="en-US" altLang="zh-CN" sz="900"/>
          </a:p>
        </p:txBody>
      </p:sp>
      <p:sp>
        <p:nvSpPr>
          <p:cNvPr id="182" name="文本框 181"/>
          <p:cNvSpPr txBox="1"/>
          <p:nvPr/>
        </p:nvSpPr>
        <p:spPr>
          <a:xfrm>
            <a:off x="5301615" y="6278245"/>
            <a:ext cx="344805" cy="2362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r"/>
            <a:r>
              <a:rPr lang="en-US" sz="900"/>
              <a:t>…</a:t>
            </a:r>
            <a:endParaRPr lang="en-US" sz="900"/>
          </a:p>
        </p:txBody>
      </p:sp>
      <p:sp>
        <p:nvSpPr>
          <p:cNvPr id="183" name="文本框 182"/>
          <p:cNvSpPr txBox="1"/>
          <p:nvPr/>
        </p:nvSpPr>
        <p:spPr>
          <a:xfrm>
            <a:off x="10217785" y="3415030"/>
            <a:ext cx="1141095" cy="2355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zh-CN" altLang="en-US" sz="900"/>
              <a:t>项目</a:t>
            </a:r>
            <a:r>
              <a:rPr lang="zh-CN" altLang="en-US" sz="900"/>
              <a:t>文件夹</a:t>
            </a:r>
            <a:endParaRPr lang="zh-CN" altLang="en-US" sz="900"/>
          </a:p>
        </p:txBody>
      </p:sp>
      <p:sp>
        <p:nvSpPr>
          <p:cNvPr id="184" name="任意多边形 183"/>
          <p:cNvSpPr/>
          <p:nvPr/>
        </p:nvSpPr>
        <p:spPr>
          <a:xfrm>
            <a:off x="11761470" y="3451860"/>
            <a:ext cx="140335" cy="140335"/>
          </a:xfrm>
          <a:custGeom>
            <a:avLst/>
            <a:gdLst>
              <a:gd name="connisteX0" fmla="*/ 69959 w 139918"/>
              <a:gd name="connsiteY0" fmla="*/ 0 h 139918"/>
              <a:gd name="connisteX1" fmla="*/ 139918 w 139918"/>
              <a:gd name="connsiteY1" fmla="*/ 69959 h 139918"/>
              <a:gd name="connisteX2" fmla="*/ 69959 w 139918"/>
              <a:gd name="connsiteY2" fmla="*/ 139918 h 139918"/>
              <a:gd name="connisteX3" fmla="*/ 0 w 139918"/>
              <a:gd name="connsiteY3" fmla="*/ 69959 h 139918"/>
              <a:gd name="connisteX4" fmla="*/ 69959 w 139918"/>
              <a:gd name="connsiteY4" fmla="*/ 0 h 139918"/>
              <a:gd name="connisteX5" fmla="*/ 69950 w 139918"/>
              <a:gd name="connsiteY5" fmla="*/ 28160 h 139918"/>
              <a:gd name="connisteX6" fmla="*/ 64029 w 139918"/>
              <a:gd name="connsiteY6" fmla="*/ 34081 h 139918"/>
              <a:gd name="connisteX7" fmla="*/ 64029 w 139918"/>
              <a:gd name="connsiteY7" fmla="*/ 64038 h 139918"/>
              <a:gd name="connisteX8" fmla="*/ 34081 w 139918"/>
              <a:gd name="connsiteY8" fmla="*/ 64038 h 139918"/>
              <a:gd name="connisteX9" fmla="*/ 28160 w 139918"/>
              <a:gd name="connsiteY9" fmla="*/ 69959 h 139918"/>
              <a:gd name="connisteX10" fmla="*/ 34081 w 139918"/>
              <a:gd name="connsiteY10" fmla="*/ 75880 h 139918"/>
              <a:gd name="connisteX11" fmla="*/ 64029 w 139918"/>
              <a:gd name="connsiteY11" fmla="*/ 75880 h 139918"/>
              <a:gd name="connisteX12" fmla="*/ 64029 w 139918"/>
              <a:gd name="connsiteY12" fmla="*/ 105836 h 139918"/>
              <a:gd name="connisteX13" fmla="*/ 69950 w 139918"/>
              <a:gd name="connsiteY13" fmla="*/ 111758 h 139918"/>
              <a:gd name="connisteX14" fmla="*/ 75871 w 139918"/>
              <a:gd name="connsiteY14" fmla="*/ 105836 h 139918"/>
              <a:gd name="connisteX15" fmla="*/ 75871 w 139918"/>
              <a:gd name="connsiteY15" fmla="*/ 75880 h 139918"/>
              <a:gd name="connisteX16" fmla="*/ 105819 w 139918"/>
              <a:gd name="connsiteY16" fmla="*/ 75880 h 139918"/>
              <a:gd name="connisteX17" fmla="*/ 111740 w 139918"/>
              <a:gd name="connsiteY17" fmla="*/ 69959 h 139918"/>
              <a:gd name="connisteX18" fmla="*/ 105819 w 139918"/>
              <a:gd name="connsiteY18" fmla="*/ 64038 h 139918"/>
              <a:gd name="connisteX19" fmla="*/ 75871 w 139918"/>
              <a:gd name="connsiteY19" fmla="*/ 64038 h 139918"/>
              <a:gd name="connisteX20" fmla="*/ 75871 w 139918"/>
              <a:gd name="connsiteY20" fmla="*/ 34081 h 139918"/>
              <a:gd name="connisteX21" fmla="*/ 69950 w 139918"/>
              <a:gd name="connsiteY21" fmla="*/ 28160 h 139918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  <a:cxn ang="0">
                <a:pos x="connisteX9" y="connsiteY9"/>
              </a:cxn>
              <a:cxn ang="0">
                <a:pos x="connisteX10" y="connsiteY10"/>
              </a:cxn>
              <a:cxn ang="0">
                <a:pos x="connisteX11" y="connsiteY11"/>
              </a:cxn>
              <a:cxn ang="0">
                <a:pos x="connisteX12" y="connsiteY12"/>
              </a:cxn>
              <a:cxn ang="0">
                <a:pos x="connisteX13" y="connsiteY13"/>
              </a:cxn>
              <a:cxn ang="0">
                <a:pos x="connisteX14" y="connsiteY14"/>
              </a:cxn>
              <a:cxn ang="0">
                <a:pos x="connisteX15" y="connsiteY15"/>
              </a:cxn>
              <a:cxn ang="0">
                <a:pos x="connisteX16" y="connsiteY16"/>
              </a:cxn>
              <a:cxn ang="0">
                <a:pos x="connisteX17" y="connsiteY17"/>
              </a:cxn>
              <a:cxn ang="0">
                <a:pos x="connisteX18" y="connsiteY18"/>
              </a:cxn>
              <a:cxn ang="0">
                <a:pos x="connisteX19" y="connsiteY19"/>
              </a:cxn>
              <a:cxn ang="0">
                <a:pos x="connisteX20" y="connsiteY20"/>
              </a:cxn>
              <a:cxn ang="0">
                <a:pos x="connisteX21" y="connsiteY21"/>
              </a:cxn>
            </a:cxnLst>
            <a:rect l="l" t="t" r="r" b="b"/>
            <a:pathLst>
              <a:path w="139919" h="139919">
                <a:moveTo>
                  <a:pt x="69959" y="0"/>
                </a:moveTo>
                <a:cubicBezTo>
                  <a:pt x="108598" y="0"/>
                  <a:pt x="139919" y="31321"/>
                  <a:pt x="139919" y="69959"/>
                </a:cubicBezTo>
                <a:cubicBezTo>
                  <a:pt x="139919" y="108598"/>
                  <a:pt x="108598" y="139919"/>
                  <a:pt x="69959" y="139919"/>
                </a:cubicBezTo>
                <a:cubicBezTo>
                  <a:pt x="31321" y="139919"/>
                  <a:pt x="0" y="108598"/>
                  <a:pt x="0" y="69959"/>
                </a:cubicBezTo>
                <a:cubicBezTo>
                  <a:pt x="0" y="31321"/>
                  <a:pt x="31321" y="0"/>
                  <a:pt x="69959" y="0"/>
                </a:cubicBezTo>
                <a:moveTo>
                  <a:pt x="69951" y="28161"/>
                </a:moveTo>
                <a:cubicBezTo>
                  <a:pt x="66681" y="28161"/>
                  <a:pt x="64029" y="30813"/>
                  <a:pt x="64029" y="34082"/>
                </a:cubicBezTo>
                <a:lnTo>
                  <a:pt x="64029" y="64038"/>
                </a:lnTo>
                <a:lnTo>
                  <a:pt x="34082" y="64038"/>
                </a:lnTo>
                <a:cubicBezTo>
                  <a:pt x="30813" y="64038"/>
                  <a:pt x="28161" y="66690"/>
                  <a:pt x="28161" y="69959"/>
                </a:cubicBezTo>
                <a:cubicBezTo>
                  <a:pt x="28161" y="73229"/>
                  <a:pt x="30813" y="75881"/>
                  <a:pt x="34082" y="75881"/>
                </a:cubicBezTo>
                <a:lnTo>
                  <a:pt x="64029" y="75881"/>
                </a:lnTo>
                <a:lnTo>
                  <a:pt x="64029" y="105837"/>
                </a:lnTo>
                <a:cubicBezTo>
                  <a:pt x="64029" y="109106"/>
                  <a:pt x="66681" y="111758"/>
                  <a:pt x="69951" y="111758"/>
                </a:cubicBezTo>
                <a:cubicBezTo>
                  <a:pt x="73219" y="111757"/>
                  <a:pt x="75872" y="109106"/>
                  <a:pt x="75872" y="105837"/>
                </a:cubicBezTo>
                <a:lnTo>
                  <a:pt x="75872" y="75881"/>
                </a:lnTo>
                <a:lnTo>
                  <a:pt x="105819" y="75881"/>
                </a:lnTo>
                <a:cubicBezTo>
                  <a:pt x="109088" y="75879"/>
                  <a:pt x="111741" y="73228"/>
                  <a:pt x="111741" y="69959"/>
                </a:cubicBezTo>
                <a:cubicBezTo>
                  <a:pt x="111741" y="66691"/>
                  <a:pt x="109088" y="64039"/>
                  <a:pt x="105819" y="64038"/>
                </a:cubicBezTo>
                <a:lnTo>
                  <a:pt x="75872" y="64038"/>
                </a:lnTo>
                <a:lnTo>
                  <a:pt x="75872" y="34082"/>
                </a:lnTo>
                <a:cubicBezTo>
                  <a:pt x="75872" y="30813"/>
                  <a:pt x="73219" y="28162"/>
                  <a:pt x="69951" y="28161"/>
                </a:cubicBezTo>
              </a:path>
            </a:pathLst>
          </a:custGeom>
          <a:solidFill>
            <a:srgbClr val="000000"/>
          </a:solidFill>
        </p:spPr>
        <p:txBody>
          <a:bodyPr/>
          <a:p>
            <a:endParaRPr lang="zh-CN" altLang="en-US"/>
          </a:p>
        </p:txBody>
      </p:sp>
      <p:sp>
        <p:nvSpPr>
          <p:cNvPr id="185" name="文本框 184"/>
          <p:cNvSpPr txBox="1"/>
          <p:nvPr/>
        </p:nvSpPr>
        <p:spPr>
          <a:xfrm>
            <a:off x="10219690" y="3676015"/>
            <a:ext cx="1682115" cy="2368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900"/>
              <a:t>⚪</a:t>
            </a:r>
            <a:r>
              <a:rPr lang="en-US" altLang="zh-CN" sz="900"/>
              <a:t> data</a:t>
            </a:r>
            <a:endParaRPr lang="en-US" altLang="zh-CN" sz="900"/>
          </a:p>
        </p:txBody>
      </p:sp>
      <p:sp>
        <p:nvSpPr>
          <p:cNvPr id="186" name="文本框 185"/>
          <p:cNvSpPr txBox="1"/>
          <p:nvPr/>
        </p:nvSpPr>
        <p:spPr>
          <a:xfrm>
            <a:off x="10215245" y="3912870"/>
            <a:ext cx="1682115" cy="2368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900"/>
              <a:t>⚪</a:t>
            </a:r>
            <a:r>
              <a:rPr lang="en-US" altLang="zh-CN" sz="900"/>
              <a:t> </a:t>
            </a:r>
            <a:r>
              <a:rPr lang="en-US" altLang="zh-CN" sz="900"/>
              <a:t>code</a:t>
            </a:r>
            <a:endParaRPr lang="en-US" altLang="zh-CN" sz="900"/>
          </a:p>
        </p:txBody>
      </p:sp>
      <p:sp>
        <p:nvSpPr>
          <p:cNvPr id="187" name="文本框 186"/>
          <p:cNvSpPr txBox="1"/>
          <p:nvPr/>
        </p:nvSpPr>
        <p:spPr>
          <a:xfrm>
            <a:off x="10215245" y="4149725"/>
            <a:ext cx="1682115" cy="2368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900"/>
              <a:t>⚪</a:t>
            </a:r>
            <a:r>
              <a:rPr lang="en-US" altLang="zh-CN" sz="900"/>
              <a:t> outputs</a:t>
            </a:r>
            <a:endParaRPr lang="en-US" altLang="zh-CN" sz="900"/>
          </a:p>
        </p:txBody>
      </p:sp>
      <p:sp>
        <p:nvSpPr>
          <p:cNvPr id="188" name="文本框 187"/>
          <p:cNvSpPr txBox="1"/>
          <p:nvPr/>
        </p:nvSpPr>
        <p:spPr>
          <a:xfrm>
            <a:off x="10219690" y="4386580"/>
            <a:ext cx="1682115" cy="2368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900"/>
              <a:t>⚪</a:t>
            </a:r>
            <a:r>
              <a:rPr lang="en-US" altLang="zh-CN" sz="900"/>
              <a:t> </a:t>
            </a:r>
            <a:r>
              <a:rPr lang="en-US" altLang="zh-CN" sz="900"/>
              <a:t>pipeline</a:t>
            </a:r>
            <a:endParaRPr lang="en-US" altLang="zh-CN" sz="900"/>
          </a:p>
        </p:txBody>
      </p:sp>
      <p:sp>
        <p:nvSpPr>
          <p:cNvPr id="189" name="文本框 188"/>
          <p:cNvSpPr txBox="1"/>
          <p:nvPr/>
        </p:nvSpPr>
        <p:spPr>
          <a:xfrm>
            <a:off x="11600180" y="4141470"/>
            <a:ext cx="344805" cy="2362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r"/>
            <a:r>
              <a:rPr lang="en-US" sz="900"/>
              <a:t>…</a:t>
            </a:r>
            <a:endParaRPr lang="en-US" sz="900"/>
          </a:p>
        </p:txBody>
      </p:sp>
      <p:sp>
        <p:nvSpPr>
          <p:cNvPr id="190" name="文本框 189"/>
          <p:cNvSpPr txBox="1"/>
          <p:nvPr/>
        </p:nvSpPr>
        <p:spPr>
          <a:xfrm>
            <a:off x="11605895" y="3905250"/>
            <a:ext cx="344805" cy="2362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r"/>
            <a:r>
              <a:rPr lang="en-US" sz="900"/>
              <a:t>…</a:t>
            </a:r>
            <a:endParaRPr lang="en-US" sz="900"/>
          </a:p>
        </p:txBody>
      </p:sp>
      <p:sp>
        <p:nvSpPr>
          <p:cNvPr id="191" name="文本框 190"/>
          <p:cNvSpPr txBox="1"/>
          <p:nvPr/>
        </p:nvSpPr>
        <p:spPr>
          <a:xfrm>
            <a:off x="11605895" y="3669030"/>
            <a:ext cx="344805" cy="2362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r"/>
            <a:r>
              <a:rPr lang="en-US" sz="900"/>
              <a:t>…</a:t>
            </a:r>
            <a:endParaRPr lang="en-US" sz="900"/>
          </a:p>
        </p:txBody>
      </p:sp>
      <p:sp>
        <p:nvSpPr>
          <p:cNvPr id="192" name="文本框 191"/>
          <p:cNvSpPr txBox="1"/>
          <p:nvPr/>
        </p:nvSpPr>
        <p:spPr>
          <a:xfrm>
            <a:off x="10215245" y="4623435"/>
            <a:ext cx="1682115" cy="2368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900"/>
              <a:t>⚪</a:t>
            </a:r>
            <a:r>
              <a:rPr lang="en-US" altLang="zh-CN" sz="900">
                <a:sym typeface="+mn-ea"/>
              </a:rPr>
              <a:t> </a:t>
            </a:r>
            <a:r>
              <a:rPr lang="en-US" altLang="zh-CN" sz="900">
                <a:sym typeface="+mn-ea"/>
              </a:rPr>
              <a:t>mind_map</a:t>
            </a:r>
            <a:endParaRPr lang="en-US" altLang="zh-CN" sz="900"/>
          </a:p>
          <a:p>
            <a:r>
              <a:rPr lang="en-US" altLang="zh-CN" sz="900"/>
              <a:t> </a:t>
            </a:r>
            <a:endParaRPr lang="en-US" altLang="zh-CN" sz="900"/>
          </a:p>
        </p:txBody>
      </p:sp>
      <p:sp>
        <p:nvSpPr>
          <p:cNvPr id="193" name="文本框 192"/>
          <p:cNvSpPr txBox="1"/>
          <p:nvPr/>
        </p:nvSpPr>
        <p:spPr>
          <a:xfrm>
            <a:off x="10213975" y="4850765"/>
            <a:ext cx="1682115" cy="2368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900"/>
              <a:t>⚪</a:t>
            </a:r>
            <a:r>
              <a:rPr lang="en-US" altLang="zh-CN" sz="900"/>
              <a:t> </a:t>
            </a:r>
            <a:r>
              <a:rPr lang="en-US" altLang="zh-CN" sz="900">
                <a:sym typeface="+mn-ea"/>
              </a:rPr>
              <a:t>figures</a:t>
            </a:r>
            <a:endParaRPr lang="en-US" altLang="zh-CN" sz="900"/>
          </a:p>
          <a:p>
            <a:endParaRPr lang="en-US" sz="900"/>
          </a:p>
          <a:p>
            <a:endParaRPr lang="en-US" sz="900"/>
          </a:p>
        </p:txBody>
      </p:sp>
      <p:sp>
        <p:nvSpPr>
          <p:cNvPr id="194" name="文本框 193"/>
          <p:cNvSpPr txBox="1"/>
          <p:nvPr/>
        </p:nvSpPr>
        <p:spPr>
          <a:xfrm>
            <a:off x="11605895" y="4370070"/>
            <a:ext cx="344805" cy="2362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r"/>
            <a:r>
              <a:rPr lang="en-US" sz="900"/>
              <a:t>…</a:t>
            </a:r>
            <a:endParaRPr lang="en-US" sz="900"/>
          </a:p>
        </p:txBody>
      </p:sp>
      <p:sp>
        <p:nvSpPr>
          <p:cNvPr id="195" name="文本框 194"/>
          <p:cNvSpPr txBox="1"/>
          <p:nvPr/>
        </p:nvSpPr>
        <p:spPr>
          <a:xfrm>
            <a:off x="11605895" y="4597400"/>
            <a:ext cx="344805" cy="2362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r"/>
            <a:r>
              <a:rPr lang="en-US" sz="900"/>
              <a:t>…</a:t>
            </a:r>
            <a:endParaRPr lang="en-US" sz="900"/>
          </a:p>
        </p:txBody>
      </p:sp>
      <p:sp>
        <p:nvSpPr>
          <p:cNvPr id="196" name="文本框 195"/>
          <p:cNvSpPr txBox="1"/>
          <p:nvPr/>
        </p:nvSpPr>
        <p:spPr>
          <a:xfrm>
            <a:off x="10209530" y="5083810"/>
            <a:ext cx="1682115" cy="2368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900"/>
              <a:t>⚪</a:t>
            </a:r>
            <a:r>
              <a:rPr lang="en-US" altLang="zh-CN" sz="900"/>
              <a:t> </a:t>
            </a:r>
            <a:r>
              <a:rPr lang="en-US" sz="900"/>
              <a:t>latex</a:t>
            </a:r>
            <a:endParaRPr lang="en-US" sz="900"/>
          </a:p>
        </p:txBody>
      </p:sp>
      <p:sp>
        <p:nvSpPr>
          <p:cNvPr id="197" name="文本框 196"/>
          <p:cNvSpPr txBox="1"/>
          <p:nvPr/>
        </p:nvSpPr>
        <p:spPr>
          <a:xfrm>
            <a:off x="11607165" y="4824730"/>
            <a:ext cx="344805" cy="2362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r"/>
            <a:r>
              <a:rPr lang="en-US" sz="900"/>
              <a:t>…</a:t>
            </a:r>
            <a:endParaRPr lang="en-US" sz="900"/>
          </a:p>
        </p:txBody>
      </p:sp>
      <p:sp>
        <p:nvSpPr>
          <p:cNvPr id="198" name="文本框 197"/>
          <p:cNvSpPr txBox="1"/>
          <p:nvPr/>
        </p:nvSpPr>
        <p:spPr>
          <a:xfrm>
            <a:off x="11607165" y="5078095"/>
            <a:ext cx="344805" cy="2362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r"/>
            <a:r>
              <a:rPr lang="en-US" sz="900"/>
              <a:t>…</a:t>
            </a:r>
            <a:endParaRPr lang="en-US" sz="900"/>
          </a:p>
        </p:txBody>
      </p:sp>
      <p:sp>
        <p:nvSpPr>
          <p:cNvPr id="199" name="文本框 198"/>
          <p:cNvSpPr txBox="1"/>
          <p:nvPr/>
        </p:nvSpPr>
        <p:spPr>
          <a:xfrm>
            <a:off x="11608435" y="5311140"/>
            <a:ext cx="344805" cy="2362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r"/>
            <a:r>
              <a:rPr lang="en-US" sz="900"/>
              <a:t>…</a:t>
            </a:r>
            <a:endParaRPr lang="en-US" sz="900"/>
          </a:p>
        </p:txBody>
      </p:sp>
      <p:sp>
        <p:nvSpPr>
          <p:cNvPr id="201" name="文本框 200"/>
          <p:cNvSpPr txBox="1"/>
          <p:nvPr/>
        </p:nvSpPr>
        <p:spPr>
          <a:xfrm>
            <a:off x="10213975" y="5535930"/>
            <a:ext cx="1682115" cy="2368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900"/>
              <a:t>⚪</a:t>
            </a:r>
            <a:r>
              <a:rPr lang="en-US" altLang="zh-CN" sz="900"/>
              <a:t> </a:t>
            </a:r>
            <a:r>
              <a:rPr lang="zh-CN" altLang="en-US" sz="900"/>
              <a:t>终稿</a:t>
            </a:r>
            <a:endParaRPr lang="zh-CN" altLang="en-US" sz="900"/>
          </a:p>
        </p:txBody>
      </p:sp>
      <p:sp>
        <p:nvSpPr>
          <p:cNvPr id="202" name="文本框 201"/>
          <p:cNvSpPr txBox="1"/>
          <p:nvPr/>
        </p:nvSpPr>
        <p:spPr>
          <a:xfrm>
            <a:off x="11608435" y="5536565"/>
            <a:ext cx="344805" cy="2362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r"/>
            <a:r>
              <a:rPr lang="en-US" sz="900"/>
              <a:t>…</a:t>
            </a:r>
            <a:endParaRPr lang="en-US" sz="900"/>
          </a:p>
        </p:txBody>
      </p:sp>
      <p:sp>
        <p:nvSpPr>
          <p:cNvPr id="203" name="文本框 202"/>
          <p:cNvSpPr txBox="1"/>
          <p:nvPr/>
        </p:nvSpPr>
        <p:spPr>
          <a:xfrm>
            <a:off x="10219690" y="5776595"/>
            <a:ext cx="1682115" cy="2368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900"/>
              <a:t>⚪</a:t>
            </a:r>
            <a:r>
              <a:rPr lang="en-US" altLang="zh-CN" sz="900"/>
              <a:t> </a:t>
            </a:r>
            <a:r>
              <a:rPr lang="zh-CN" altLang="en-US" sz="900"/>
              <a:t>投稿和附件包</a:t>
            </a:r>
            <a:r>
              <a:rPr lang="en-US" altLang="zh-CN" sz="900"/>
              <a:t>.zip</a:t>
            </a:r>
            <a:endParaRPr lang="en-US" altLang="zh-CN" sz="900"/>
          </a:p>
        </p:txBody>
      </p:sp>
      <p:sp>
        <p:nvSpPr>
          <p:cNvPr id="204" name="文本框 203"/>
          <p:cNvSpPr txBox="1"/>
          <p:nvPr/>
        </p:nvSpPr>
        <p:spPr>
          <a:xfrm>
            <a:off x="10219690" y="6007735"/>
            <a:ext cx="1682115" cy="2368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900"/>
              <a:t>⚪</a:t>
            </a:r>
            <a:r>
              <a:rPr lang="en-US" altLang="zh-CN" sz="900"/>
              <a:t> test.md</a:t>
            </a:r>
            <a:endParaRPr lang="en-US" sz="900"/>
          </a:p>
        </p:txBody>
      </p:sp>
      <p:sp>
        <p:nvSpPr>
          <p:cNvPr id="205" name="文本框 204"/>
          <p:cNvSpPr txBox="1"/>
          <p:nvPr/>
        </p:nvSpPr>
        <p:spPr>
          <a:xfrm>
            <a:off x="10219690" y="6238875"/>
            <a:ext cx="1682115" cy="2368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900"/>
              <a:t>⚪</a:t>
            </a:r>
            <a:r>
              <a:rPr lang="en-US" altLang="zh-CN" sz="900"/>
              <a:t> agent.md</a:t>
            </a:r>
            <a:endParaRPr lang="en-US" sz="900"/>
          </a:p>
        </p:txBody>
      </p:sp>
      <p:sp>
        <p:nvSpPr>
          <p:cNvPr id="206" name="文本框 205"/>
          <p:cNvSpPr txBox="1"/>
          <p:nvPr/>
        </p:nvSpPr>
        <p:spPr>
          <a:xfrm>
            <a:off x="11600180" y="5786755"/>
            <a:ext cx="344805" cy="2362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r"/>
            <a:r>
              <a:rPr lang="en-US" sz="900"/>
              <a:t>…</a:t>
            </a:r>
            <a:endParaRPr lang="en-US" sz="900"/>
          </a:p>
        </p:txBody>
      </p:sp>
      <p:sp>
        <p:nvSpPr>
          <p:cNvPr id="207" name="文本框 206"/>
          <p:cNvSpPr txBox="1"/>
          <p:nvPr/>
        </p:nvSpPr>
        <p:spPr>
          <a:xfrm>
            <a:off x="11601450" y="6019800"/>
            <a:ext cx="344805" cy="2362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r"/>
            <a:r>
              <a:rPr lang="en-US" sz="900"/>
              <a:t>…</a:t>
            </a:r>
            <a:endParaRPr lang="en-US" sz="900"/>
          </a:p>
        </p:txBody>
      </p:sp>
      <p:sp>
        <p:nvSpPr>
          <p:cNvPr id="208" name="文本框 207"/>
          <p:cNvSpPr txBox="1"/>
          <p:nvPr/>
        </p:nvSpPr>
        <p:spPr>
          <a:xfrm>
            <a:off x="11601450" y="6245225"/>
            <a:ext cx="344805" cy="2362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r"/>
            <a:r>
              <a:rPr lang="en-US" sz="900"/>
              <a:t>…</a:t>
            </a:r>
            <a:endParaRPr lang="en-US" sz="900"/>
          </a:p>
        </p:txBody>
      </p:sp>
    </p:spTree>
    <p:custDataLst>
      <p:tags r:id="rId8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374265" y="706755"/>
            <a:ext cx="9576435" cy="582612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6" name="直接连接符 5"/>
          <p:cNvCxnSpPr/>
          <p:nvPr/>
        </p:nvCxnSpPr>
        <p:spPr>
          <a:xfrm flipH="1">
            <a:off x="3957320" y="873760"/>
            <a:ext cx="10160" cy="56489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2374265" y="883920"/>
            <a:ext cx="957643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2374265" y="706755"/>
            <a:ext cx="2271395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900"/>
              <a:t>logo  </a:t>
            </a:r>
            <a:r>
              <a:rPr lang="zh-CN" altLang="en-US" sz="900"/>
              <a:t>文件</a:t>
            </a:r>
            <a:r>
              <a:rPr lang="en-US" altLang="zh-CN" sz="900"/>
              <a:t>   </a:t>
            </a:r>
            <a:r>
              <a:rPr lang="zh-CN" altLang="en-US" sz="900"/>
              <a:t>编辑</a:t>
            </a:r>
            <a:r>
              <a:rPr lang="en-US" altLang="zh-CN" sz="900"/>
              <a:t>   </a:t>
            </a:r>
            <a:r>
              <a:rPr lang="zh-CN" altLang="en-US" sz="900"/>
              <a:t>视图</a:t>
            </a:r>
            <a:r>
              <a:rPr lang="en-US" altLang="zh-CN" sz="900"/>
              <a:t>    </a:t>
            </a:r>
            <a:r>
              <a:rPr lang="zh-CN" altLang="en-US" sz="900"/>
              <a:t>帮助与说明</a:t>
            </a:r>
            <a:endParaRPr lang="en-US" altLang="zh-CN" sz="900"/>
          </a:p>
        </p:txBody>
      </p:sp>
      <p:sp>
        <p:nvSpPr>
          <p:cNvPr id="11" name="文本框 10"/>
          <p:cNvSpPr txBox="1"/>
          <p:nvPr/>
        </p:nvSpPr>
        <p:spPr>
          <a:xfrm>
            <a:off x="11181080" y="696595"/>
            <a:ext cx="769620" cy="1771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900">
                <a:sym typeface="+mn-ea"/>
              </a:rPr>
              <a:t>-      =      x</a:t>
            </a:r>
            <a:endParaRPr lang="en-US" altLang="zh-CN" sz="900"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374265" y="6292850"/>
            <a:ext cx="1168400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900"/>
              <a:t>⚪</a:t>
            </a:r>
            <a:r>
              <a:rPr lang="en-US" altLang="zh-CN" sz="900"/>
              <a:t> user</a:t>
            </a:r>
            <a:r>
              <a:rPr lang="en-US" altLang="zh-CN" sz="900"/>
              <a:t>name</a:t>
            </a:r>
            <a:endParaRPr lang="en-US" altLang="zh-CN" sz="900"/>
          </a:p>
        </p:txBody>
      </p:sp>
      <p:sp>
        <p:nvSpPr>
          <p:cNvPr id="35" name="文本框 34"/>
          <p:cNvSpPr txBox="1"/>
          <p:nvPr/>
        </p:nvSpPr>
        <p:spPr>
          <a:xfrm>
            <a:off x="2374265" y="947420"/>
            <a:ext cx="1168400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900"/>
              <a:t>新</a:t>
            </a:r>
            <a:r>
              <a:rPr lang="zh-CN" altLang="en-US" sz="900"/>
              <a:t>对话</a:t>
            </a:r>
            <a:endParaRPr lang="zh-CN" altLang="en-US" sz="900"/>
          </a:p>
        </p:txBody>
      </p:sp>
      <p:sp>
        <p:nvSpPr>
          <p:cNvPr id="37" name="文本框 36"/>
          <p:cNvSpPr txBox="1"/>
          <p:nvPr/>
        </p:nvSpPr>
        <p:spPr>
          <a:xfrm>
            <a:off x="2374265" y="1177290"/>
            <a:ext cx="1168400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900"/>
              <a:t>数据库</a:t>
            </a:r>
            <a:endParaRPr lang="zh-CN" altLang="en-US" sz="900"/>
          </a:p>
        </p:txBody>
      </p:sp>
      <p:pic>
        <p:nvPicPr>
          <p:cNvPr id="57" name="图片 56" descr="44ba6e67f05897cbadd4ef640f760400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/>
          <a:stretch>
            <a:fillRect/>
          </a:stretch>
        </p:blipFill>
        <p:spPr>
          <a:xfrm>
            <a:off x="3754120" y="6315710"/>
            <a:ext cx="177165" cy="177165"/>
          </a:xfrm>
          <a:prstGeom prst="rect">
            <a:avLst/>
          </a:prstGeom>
        </p:spPr>
      </p:pic>
      <p:sp>
        <p:nvSpPr>
          <p:cNvPr id="59" name="文本框 58"/>
          <p:cNvSpPr txBox="1"/>
          <p:nvPr/>
        </p:nvSpPr>
        <p:spPr>
          <a:xfrm>
            <a:off x="2374265" y="1407160"/>
            <a:ext cx="1168400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900"/>
              <a:t>工作站</a:t>
            </a:r>
            <a:endParaRPr lang="zh-CN" altLang="en-US" sz="900"/>
          </a:p>
        </p:txBody>
      </p:sp>
      <p:sp>
        <p:nvSpPr>
          <p:cNvPr id="44" name="文本框 43"/>
          <p:cNvSpPr txBox="1"/>
          <p:nvPr/>
        </p:nvSpPr>
        <p:spPr>
          <a:xfrm>
            <a:off x="2374265" y="1725295"/>
            <a:ext cx="1168400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900"/>
              <a:t>置顶</a:t>
            </a:r>
            <a:r>
              <a:rPr lang="en-US" altLang="zh-CN" sz="900"/>
              <a:t>&gt;</a:t>
            </a:r>
            <a:endParaRPr lang="en-US" altLang="zh-CN" sz="900"/>
          </a:p>
        </p:txBody>
      </p:sp>
      <p:sp>
        <p:nvSpPr>
          <p:cNvPr id="45" name="文本框 44"/>
          <p:cNvSpPr txBox="1"/>
          <p:nvPr/>
        </p:nvSpPr>
        <p:spPr>
          <a:xfrm>
            <a:off x="2374265" y="1955165"/>
            <a:ext cx="1433195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900">
                <a:sym typeface="+mn-ea"/>
              </a:rPr>
              <a:t>sciencescope_test_p…</a:t>
            </a:r>
            <a:endParaRPr lang="en-US" altLang="zh-CN" sz="900">
              <a:sym typeface="+mn-ea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2374265" y="2684780"/>
            <a:ext cx="1168400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900"/>
              <a:t>全部项目与聊天</a:t>
            </a:r>
            <a:r>
              <a:rPr lang="en-US" altLang="zh-CN" sz="900"/>
              <a:t>&gt;</a:t>
            </a:r>
            <a:endParaRPr lang="en-US" altLang="zh-CN" sz="900"/>
          </a:p>
        </p:txBody>
      </p:sp>
      <p:sp>
        <p:nvSpPr>
          <p:cNvPr id="53" name="文本框 52"/>
          <p:cNvSpPr txBox="1"/>
          <p:nvPr/>
        </p:nvSpPr>
        <p:spPr>
          <a:xfrm>
            <a:off x="2473325" y="2185035"/>
            <a:ext cx="1433195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900">
                <a:sym typeface="+mn-ea"/>
              </a:rPr>
              <a:t>⚪</a:t>
            </a:r>
            <a:r>
              <a:rPr lang="en-US" altLang="zh-CN" sz="900">
                <a:sym typeface="+mn-ea"/>
              </a:rPr>
              <a:t> test</a:t>
            </a:r>
            <a:r>
              <a:rPr lang="zh-CN" altLang="en-US" sz="900">
                <a:sym typeface="+mn-ea"/>
              </a:rPr>
              <a:t>①</a:t>
            </a:r>
            <a:endParaRPr lang="zh-CN" altLang="en-US" sz="900">
              <a:sym typeface="+mn-ea"/>
            </a:endParaRPr>
          </a:p>
        </p:txBody>
      </p:sp>
      <p:sp>
        <p:nvSpPr>
          <p:cNvPr id="58" name="文本框 57"/>
          <p:cNvSpPr txBox="1"/>
          <p:nvPr/>
        </p:nvSpPr>
        <p:spPr>
          <a:xfrm>
            <a:off x="3692525" y="2139950"/>
            <a:ext cx="274955" cy="2146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r"/>
            <a:r>
              <a:rPr lang="en-US" altLang="zh-CN" sz="900">
                <a:sym typeface="+mn-ea"/>
              </a:rPr>
              <a:t>…</a:t>
            </a:r>
            <a:endParaRPr lang="en-US" altLang="zh-CN" sz="900">
              <a:sym typeface="+mn-ea"/>
            </a:endParaRPr>
          </a:p>
        </p:txBody>
      </p:sp>
      <p:sp>
        <p:nvSpPr>
          <p:cNvPr id="60" name="文本框 59"/>
          <p:cNvSpPr txBox="1"/>
          <p:nvPr/>
        </p:nvSpPr>
        <p:spPr>
          <a:xfrm>
            <a:off x="2473325" y="2414905"/>
            <a:ext cx="1433195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900">
                <a:sym typeface="+mn-ea"/>
              </a:rPr>
              <a:t>⚪</a:t>
            </a:r>
            <a:r>
              <a:rPr lang="en-US" altLang="zh-CN" sz="900">
                <a:sym typeface="+mn-ea"/>
              </a:rPr>
              <a:t> test</a:t>
            </a:r>
            <a:r>
              <a:rPr lang="zh-CN" altLang="en-US" sz="900">
                <a:sym typeface="+mn-ea"/>
              </a:rPr>
              <a:t>①</a:t>
            </a:r>
            <a:endParaRPr lang="zh-CN" altLang="en-US" sz="900">
              <a:sym typeface="+mn-ea"/>
            </a:endParaRPr>
          </a:p>
        </p:txBody>
      </p:sp>
      <p:sp>
        <p:nvSpPr>
          <p:cNvPr id="61" name="文本框 60"/>
          <p:cNvSpPr txBox="1"/>
          <p:nvPr/>
        </p:nvSpPr>
        <p:spPr>
          <a:xfrm>
            <a:off x="3692525" y="2400300"/>
            <a:ext cx="274955" cy="2146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r"/>
            <a:r>
              <a:rPr lang="en-US" altLang="zh-CN" sz="900">
                <a:sym typeface="+mn-ea"/>
              </a:rPr>
              <a:t>…</a:t>
            </a:r>
            <a:endParaRPr lang="en-US" altLang="zh-CN" sz="900">
              <a:sym typeface="+mn-ea"/>
            </a:endParaRPr>
          </a:p>
        </p:txBody>
      </p:sp>
      <p:sp>
        <p:nvSpPr>
          <p:cNvPr id="69" name="文本框 68"/>
          <p:cNvSpPr txBox="1"/>
          <p:nvPr/>
        </p:nvSpPr>
        <p:spPr>
          <a:xfrm>
            <a:off x="2374265" y="2914650"/>
            <a:ext cx="1433195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900">
                <a:sym typeface="+mn-ea"/>
              </a:rPr>
              <a:t>sciencescope_test_p…</a:t>
            </a:r>
            <a:endParaRPr lang="en-US" altLang="zh-CN" sz="900">
              <a:sym typeface="+mn-ea"/>
            </a:endParaRPr>
          </a:p>
        </p:txBody>
      </p:sp>
      <p:sp>
        <p:nvSpPr>
          <p:cNvPr id="70" name="文本框 69"/>
          <p:cNvSpPr txBox="1"/>
          <p:nvPr/>
        </p:nvSpPr>
        <p:spPr>
          <a:xfrm>
            <a:off x="2374265" y="3144520"/>
            <a:ext cx="1433195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900">
                <a:sym typeface="+mn-ea"/>
              </a:rPr>
              <a:t>⚪</a:t>
            </a:r>
            <a:r>
              <a:rPr lang="en-US" altLang="zh-CN" sz="900">
                <a:sym typeface="+mn-ea"/>
              </a:rPr>
              <a:t> chat</a:t>
            </a:r>
            <a:r>
              <a:rPr lang="zh-CN" altLang="en-US" sz="900">
                <a:sym typeface="+mn-ea"/>
              </a:rPr>
              <a:t>①</a:t>
            </a:r>
            <a:endParaRPr lang="zh-CN" altLang="en-US" sz="900">
              <a:sym typeface="+mn-ea"/>
            </a:endParaRPr>
          </a:p>
        </p:txBody>
      </p:sp>
      <p:sp>
        <p:nvSpPr>
          <p:cNvPr id="71" name="文本框 70"/>
          <p:cNvSpPr txBox="1"/>
          <p:nvPr/>
        </p:nvSpPr>
        <p:spPr>
          <a:xfrm>
            <a:off x="2374265" y="3382645"/>
            <a:ext cx="1433195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900">
                <a:sym typeface="+mn-ea"/>
              </a:rPr>
              <a:t>⚪</a:t>
            </a:r>
            <a:r>
              <a:rPr lang="en-US" altLang="zh-CN" sz="900">
                <a:sym typeface="+mn-ea"/>
              </a:rPr>
              <a:t> chat</a:t>
            </a:r>
            <a:r>
              <a:rPr lang="zh-CN" altLang="en-US" sz="900">
                <a:sym typeface="+mn-ea"/>
              </a:rPr>
              <a:t>②</a:t>
            </a:r>
            <a:endParaRPr lang="zh-CN" altLang="en-US" sz="900">
              <a:sym typeface="+mn-ea"/>
            </a:endParaRPr>
          </a:p>
        </p:txBody>
      </p:sp>
      <p:sp>
        <p:nvSpPr>
          <p:cNvPr id="72" name="文本框 71"/>
          <p:cNvSpPr txBox="1"/>
          <p:nvPr/>
        </p:nvSpPr>
        <p:spPr>
          <a:xfrm>
            <a:off x="3501390" y="2920365"/>
            <a:ext cx="466090" cy="2139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r"/>
            <a:r>
              <a:rPr lang="en-US" altLang="zh-CN" sz="900">
                <a:sym typeface="+mn-ea"/>
              </a:rPr>
              <a:t>↓ </a:t>
            </a:r>
            <a:r>
              <a:rPr lang="en-US" altLang="zh-CN" sz="900">
                <a:sym typeface="+mn-ea"/>
              </a:rPr>
              <a:t>…</a:t>
            </a:r>
            <a:endParaRPr lang="en-US" altLang="zh-CN" sz="900">
              <a:sym typeface="+mn-ea"/>
            </a:endParaRPr>
          </a:p>
        </p:txBody>
      </p:sp>
      <p:sp>
        <p:nvSpPr>
          <p:cNvPr id="73" name="文本框 72"/>
          <p:cNvSpPr txBox="1"/>
          <p:nvPr/>
        </p:nvSpPr>
        <p:spPr>
          <a:xfrm>
            <a:off x="3692525" y="3150235"/>
            <a:ext cx="274955" cy="2146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r"/>
            <a:r>
              <a:rPr lang="en-US" altLang="zh-CN" sz="900">
                <a:sym typeface="+mn-ea"/>
              </a:rPr>
              <a:t>…</a:t>
            </a:r>
            <a:endParaRPr lang="en-US" altLang="zh-CN" sz="900">
              <a:sym typeface="+mn-ea"/>
            </a:endParaRPr>
          </a:p>
        </p:txBody>
      </p:sp>
      <p:sp>
        <p:nvSpPr>
          <p:cNvPr id="74" name="文本框 73"/>
          <p:cNvSpPr txBox="1"/>
          <p:nvPr/>
        </p:nvSpPr>
        <p:spPr>
          <a:xfrm>
            <a:off x="3692525" y="3364865"/>
            <a:ext cx="274955" cy="2146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r"/>
            <a:r>
              <a:rPr lang="en-US" altLang="zh-CN" sz="900">
                <a:sym typeface="+mn-ea"/>
              </a:rPr>
              <a:t>…</a:t>
            </a:r>
            <a:endParaRPr lang="en-US" altLang="zh-CN" sz="900">
              <a:sym typeface="+mn-ea"/>
            </a:endParaRPr>
          </a:p>
        </p:txBody>
      </p:sp>
      <p:sp>
        <p:nvSpPr>
          <p:cNvPr id="77" name="文本框 76"/>
          <p:cNvSpPr txBox="1"/>
          <p:nvPr/>
        </p:nvSpPr>
        <p:spPr>
          <a:xfrm>
            <a:off x="2374265" y="3612515"/>
            <a:ext cx="1433195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900">
                <a:sym typeface="+mn-ea"/>
              </a:rPr>
              <a:t>⚪</a:t>
            </a:r>
            <a:r>
              <a:rPr lang="en-US" altLang="zh-CN" sz="900">
                <a:sym typeface="+mn-ea"/>
              </a:rPr>
              <a:t> chat</a:t>
            </a:r>
            <a:endParaRPr lang="zh-CN" altLang="en-US" sz="900">
              <a:sym typeface="+mn-ea"/>
            </a:endParaRPr>
          </a:p>
        </p:txBody>
      </p:sp>
      <p:sp>
        <p:nvSpPr>
          <p:cNvPr id="78" name="文本框 77"/>
          <p:cNvSpPr txBox="1"/>
          <p:nvPr/>
        </p:nvSpPr>
        <p:spPr>
          <a:xfrm>
            <a:off x="2374265" y="3842385"/>
            <a:ext cx="1433195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900">
                <a:sym typeface="+mn-ea"/>
              </a:rPr>
              <a:t>⚪</a:t>
            </a:r>
            <a:r>
              <a:rPr lang="en-US" altLang="zh-CN" sz="900">
                <a:sym typeface="+mn-ea"/>
              </a:rPr>
              <a:t> chat</a:t>
            </a:r>
            <a:endParaRPr lang="zh-CN" altLang="en-US" sz="900">
              <a:sym typeface="+mn-ea"/>
            </a:endParaRPr>
          </a:p>
        </p:txBody>
      </p:sp>
      <p:sp>
        <p:nvSpPr>
          <p:cNvPr id="79" name="文本框 78"/>
          <p:cNvSpPr txBox="1"/>
          <p:nvPr/>
        </p:nvSpPr>
        <p:spPr>
          <a:xfrm>
            <a:off x="2374265" y="4072255"/>
            <a:ext cx="1433195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900">
                <a:sym typeface="+mn-ea"/>
              </a:rPr>
              <a:t>sci_proj</a:t>
            </a:r>
            <a:endParaRPr lang="en-US" altLang="zh-CN" sz="900">
              <a:sym typeface="+mn-ea"/>
            </a:endParaRPr>
          </a:p>
        </p:txBody>
      </p:sp>
      <p:sp>
        <p:nvSpPr>
          <p:cNvPr id="80" name="文本框 79"/>
          <p:cNvSpPr txBox="1"/>
          <p:nvPr/>
        </p:nvSpPr>
        <p:spPr>
          <a:xfrm>
            <a:off x="2374265" y="4302125"/>
            <a:ext cx="1433195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900">
                <a:sym typeface="+mn-ea"/>
              </a:rPr>
              <a:t>⚪</a:t>
            </a:r>
            <a:r>
              <a:rPr lang="en-US" altLang="zh-CN" sz="900">
                <a:sym typeface="+mn-ea"/>
              </a:rPr>
              <a:t> chat</a:t>
            </a:r>
            <a:endParaRPr lang="zh-CN" altLang="en-US" sz="900">
              <a:sym typeface="+mn-ea"/>
            </a:endParaRPr>
          </a:p>
        </p:txBody>
      </p:sp>
      <p:sp>
        <p:nvSpPr>
          <p:cNvPr id="81" name="文本框 80"/>
          <p:cNvSpPr txBox="1"/>
          <p:nvPr/>
        </p:nvSpPr>
        <p:spPr>
          <a:xfrm>
            <a:off x="2374265" y="4531995"/>
            <a:ext cx="1433195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900">
                <a:sym typeface="+mn-ea"/>
              </a:rPr>
              <a:t>⚪</a:t>
            </a:r>
            <a:r>
              <a:rPr lang="en-US" altLang="zh-CN" sz="900">
                <a:sym typeface="+mn-ea"/>
              </a:rPr>
              <a:t> chat</a:t>
            </a:r>
            <a:endParaRPr lang="zh-CN" altLang="en-US" sz="900">
              <a:sym typeface="+mn-ea"/>
            </a:endParaRPr>
          </a:p>
        </p:txBody>
      </p:sp>
      <p:sp>
        <p:nvSpPr>
          <p:cNvPr id="82" name="文本框 81"/>
          <p:cNvSpPr txBox="1"/>
          <p:nvPr/>
        </p:nvSpPr>
        <p:spPr>
          <a:xfrm>
            <a:off x="2374265" y="4761865"/>
            <a:ext cx="1433195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900">
                <a:sym typeface="+mn-ea"/>
              </a:rPr>
              <a:t>⚪</a:t>
            </a:r>
            <a:r>
              <a:rPr lang="en-US" altLang="zh-CN" sz="900">
                <a:sym typeface="+mn-ea"/>
              </a:rPr>
              <a:t> chat</a:t>
            </a:r>
            <a:endParaRPr lang="zh-CN" altLang="en-US" sz="900">
              <a:sym typeface="+mn-ea"/>
            </a:endParaRPr>
          </a:p>
        </p:txBody>
      </p:sp>
      <p:sp>
        <p:nvSpPr>
          <p:cNvPr id="83" name="文本框 82"/>
          <p:cNvSpPr txBox="1"/>
          <p:nvPr/>
        </p:nvSpPr>
        <p:spPr>
          <a:xfrm>
            <a:off x="2374265" y="4991735"/>
            <a:ext cx="1433195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900">
                <a:sym typeface="+mn-ea"/>
              </a:rPr>
              <a:t>⚪</a:t>
            </a:r>
            <a:r>
              <a:rPr lang="en-US" altLang="zh-CN" sz="900">
                <a:sym typeface="+mn-ea"/>
              </a:rPr>
              <a:t> cha</a:t>
            </a:r>
            <a:r>
              <a:rPr lang="en-US" altLang="zh-CN" sz="900">
                <a:sym typeface="+mn-ea"/>
              </a:rPr>
              <a:t>t</a:t>
            </a:r>
            <a:endParaRPr lang="en-US" altLang="zh-CN" sz="900">
              <a:sym typeface="+mn-ea"/>
            </a:endParaRPr>
          </a:p>
        </p:txBody>
      </p:sp>
      <p:sp>
        <p:nvSpPr>
          <p:cNvPr id="84" name="文本框 83"/>
          <p:cNvSpPr txBox="1"/>
          <p:nvPr/>
        </p:nvSpPr>
        <p:spPr>
          <a:xfrm>
            <a:off x="2374265" y="5250180"/>
            <a:ext cx="1433195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900">
                <a:sym typeface="+mn-ea"/>
              </a:rPr>
              <a:t>⚪</a:t>
            </a:r>
            <a:r>
              <a:rPr lang="en-US" altLang="zh-CN" sz="900">
                <a:sym typeface="+mn-ea"/>
              </a:rPr>
              <a:t> chat</a:t>
            </a:r>
            <a:endParaRPr lang="zh-CN" altLang="en-US" sz="900">
              <a:sym typeface="+mn-ea"/>
            </a:endParaRPr>
          </a:p>
        </p:txBody>
      </p:sp>
      <p:sp>
        <p:nvSpPr>
          <p:cNvPr id="85" name="文本框 84"/>
          <p:cNvSpPr txBox="1"/>
          <p:nvPr/>
        </p:nvSpPr>
        <p:spPr>
          <a:xfrm>
            <a:off x="2374265" y="5480050"/>
            <a:ext cx="1433195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900">
                <a:sym typeface="+mn-ea"/>
              </a:rPr>
              <a:t>⚪</a:t>
            </a:r>
            <a:r>
              <a:rPr lang="en-US" altLang="zh-CN" sz="900">
                <a:sym typeface="+mn-ea"/>
              </a:rPr>
              <a:t> chat</a:t>
            </a:r>
            <a:endParaRPr lang="zh-CN" altLang="en-US" sz="900">
              <a:sym typeface="+mn-ea"/>
            </a:endParaRPr>
          </a:p>
        </p:txBody>
      </p:sp>
      <p:sp>
        <p:nvSpPr>
          <p:cNvPr id="86" name="文本框 85"/>
          <p:cNvSpPr txBox="1"/>
          <p:nvPr/>
        </p:nvSpPr>
        <p:spPr>
          <a:xfrm>
            <a:off x="2374265" y="5709920"/>
            <a:ext cx="1433195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900">
                <a:sym typeface="+mn-ea"/>
              </a:rPr>
              <a:t>浏览更多</a:t>
            </a:r>
            <a:r>
              <a:rPr lang="en-US" altLang="zh-CN" sz="900">
                <a:sym typeface="+mn-ea"/>
              </a:rPr>
              <a:t>…</a:t>
            </a:r>
            <a:endParaRPr lang="zh-CN" altLang="en-US" sz="900">
              <a:sym typeface="+mn-ea"/>
            </a:endParaRPr>
          </a:p>
        </p:txBody>
      </p:sp>
      <p:sp>
        <p:nvSpPr>
          <p:cNvPr id="87" name="文本框 86"/>
          <p:cNvSpPr txBox="1"/>
          <p:nvPr/>
        </p:nvSpPr>
        <p:spPr>
          <a:xfrm>
            <a:off x="3692525" y="3594735"/>
            <a:ext cx="274955" cy="2146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r"/>
            <a:r>
              <a:rPr lang="en-US" altLang="zh-CN" sz="900">
                <a:sym typeface="+mn-ea"/>
              </a:rPr>
              <a:t>…</a:t>
            </a:r>
            <a:endParaRPr lang="en-US" altLang="zh-CN" sz="900">
              <a:sym typeface="+mn-ea"/>
            </a:endParaRPr>
          </a:p>
        </p:txBody>
      </p:sp>
      <p:sp>
        <p:nvSpPr>
          <p:cNvPr id="88" name="文本框 87"/>
          <p:cNvSpPr txBox="1"/>
          <p:nvPr/>
        </p:nvSpPr>
        <p:spPr>
          <a:xfrm>
            <a:off x="3692525" y="3832860"/>
            <a:ext cx="274955" cy="2146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r"/>
            <a:r>
              <a:rPr lang="en-US" altLang="zh-CN" sz="900">
                <a:sym typeface="+mn-ea"/>
              </a:rPr>
              <a:t>…</a:t>
            </a:r>
            <a:endParaRPr lang="en-US" altLang="zh-CN" sz="900">
              <a:sym typeface="+mn-ea"/>
            </a:endParaRPr>
          </a:p>
        </p:txBody>
      </p:sp>
      <p:sp>
        <p:nvSpPr>
          <p:cNvPr id="89" name="文本框 88"/>
          <p:cNvSpPr txBox="1"/>
          <p:nvPr/>
        </p:nvSpPr>
        <p:spPr>
          <a:xfrm>
            <a:off x="3489960" y="4101465"/>
            <a:ext cx="477520" cy="2063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r"/>
            <a:r>
              <a:rPr lang="en-US" altLang="zh-CN" sz="900">
                <a:sym typeface="+mn-ea"/>
              </a:rPr>
              <a:t>↓ </a:t>
            </a:r>
            <a:r>
              <a:rPr lang="en-US" altLang="zh-CN" sz="900">
                <a:sym typeface="+mn-ea"/>
              </a:rPr>
              <a:t>…</a:t>
            </a:r>
            <a:endParaRPr lang="en-US" altLang="zh-CN" sz="900">
              <a:sym typeface="+mn-ea"/>
            </a:endParaRPr>
          </a:p>
        </p:txBody>
      </p:sp>
      <p:sp>
        <p:nvSpPr>
          <p:cNvPr id="90" name="文本框 89"/>
          <p:cNvSpPr txBox="1"/>
          <p:nvPr/>
        </p:nvSpPr>
        <p:spPr>
          <a:xfrm>
            <a:off x="3692525" y="4269105"/>
            <a:ext cx="274955" cy="2146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r"/>
            <a:r>
              <a:rPr lang="en-US" altLang="zh-CN" sz="900">
                <a:sym typeface="+mn-ea"/>
              </a:rPr>
              <a:t>…</a:t>
            </a:r>
            <a:endParaRPr lang="en-US" altLang="zh-CN" sz="900">
              <a:sym typeface="+mn-ea"/>
            </a:endParaRPr>
          </a:p>
        </p:txBody>
      </p:sp>
      <p:sp>
        <p:nvSpPr>
          <p:cNvPr id="91" name="文本框 90"/>
          <p:cNvSpPr txBox="1"/>
          <p:nvPr/>
        </p:nvSpPr>
        <p:spPr>
          <a:xfrm>
            <a:off x="3692525" y="4507230"/>
            <a:ext cx="274955" cy="2146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r"/>
            <a:r>
              <a:rPr lang="en-US" altLang="zh-CN" sz="900">
                <a:sym typeface="+mn-ea"/>
              </a:rPr>
              <a:t>…</a:t>
            </a:r>
            <a:endParaRPr lang="en-US" altLang="zh-CN" sz="900">
              <a:sym typeface="+mn-ea"/>
            </a:endParaRPr>
          </a:p>
        </p:txBody>
      </p:sp>
      <p:sp>
        <p:nvSpPr>
          <p:cNvPr id="92" name="文本框 91"/>
          <p:cNvSpPr txBox="1"/>
          <p:nvPr/>
        </p:nvSpPr>
        <p:spPr>
          <a:xfrm>
            <a:off x="3692525" y="4737100"/>
            <a:ext cx="274955" cy="2146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r"/>
            <a:r>
              <a:rPr lang="en-US" altLang="zh-CN" sz="900">
                <a:sym typeface="+mn-ea"/>
              </a:rPr>
              <a:t>…</a:t>
            </a:r>
            <a:endParaRPr lang="en-US" altLang="zh-CN" sz="900">
              <a:sym typeface="+mn-ea"/>
            </a:endParaRPr>
          </a:p>
        </p:txBody>
      </p:sp>
      <p:sp>
        <p:nvSpPr>
          <p:cNvPr id="93" name="文本框 92"/>
          <p:cNvSpPr txBox="1"/>
          <p:nvPr/>
        </p:nvSpPr>
        <p:spPr>
          <a:xfrm>
            <a:off x="3692525" y="4958715"/>
            <a:ext cx="274955" cy="2146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r"/>
            <a:r>
              <a:rPr lang="en-US" altLang="zh-CN" sz="900">
                <a:sym typeface="+mn-ea"/>
              </a:rPr>
              <a:t>…</a:t>
            </a:r>
            <a:endParaRPr lang="en-US" altLang="zh-CN" sz="900">
              <a:sym typeface="+mn-ea"/>
            </a:endParaRPr>
          </a:p>
        </p:txBody>
      </p:sp>
      <p:sp>
        <p:nvSpPr>
          <p:cNvPr id="94" name="文本框 93"/>
          <p:cNvSpPr txBox="1"/>
          <p:nvPr/>
        </p:nvSpPr>
        <p:spPr>
          <a:xfrm>
            <a:off x="3692525" y="5196840"/>
            <a:ext cx="274955" cy="2146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r"/>
            <a:r>
              <a:rPr lang="en-US" altLang="zh-CN" sz="900">
                <a:sym typeface="+mn-ea"/>
              </a:rPr>
              <a:t>…</a:t>
            </a:r>
            <a:endParaRPr lang="en-US" altLang="zh-CN" sz="900">
              <a:sym typeface="+mn-ea"/>
            </a:endParaRPr>
          </a:p>
        </p:txBody>
      </p:sp>
      <p:sp>
        <p:nvSpPr>
          <p:cNvPr id="95" name="文本框 94"/>
          <p:cNvSpPr txBox="1"/>
          <p:nvPr/>
        </p:nvSpPr>
        <p:spPr>
          <a:xfrm>
            <a:off x="3692525" y="5426710"/>
            <a:ext cx="274955" cy="2146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r"/>
            <a:r>
              <a:rPr lang="en-US" altLang="zh-CN" sz="900">
                <a:sym typeface="+mn-ea"/>
              </a:rPr>
              <a:t>…</a:t>
            </a:r>
            <a:endParaRPr lang="en-US" altLang="zh-CN" sz="900">
              <a:sym typeface="+mn-ea"/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3501390" y="1955165"/>
            <a:ext cx="466090" cy="2139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r"/>
            <a:r>
              <a:rPr lang="en-US" altLang="zh-CN" sz="900">
                <a:sym typeface="+mn-ea"/>
              </a:rPr>
              <a:t>↓ </a:t>
            </a:r>
            <a:r>
              <a:rPr lang="en-US" altLang="zh-CN" sz="900">
                <a:sym typeface="+mn-ea"/>
              </a:rPr>
              <a:t>…</a:t>
            </a:r>
            <a:endParaRPr lang="en-US" altLang="zh-CN" sz="900">
              <a:sym typeface="+mn-ea"/>
            </a:endParaRPr>
          </a:p>
        </p:txBody>
      </p:sp>
      <p:pic>
        <p:nvPicPr>
          <p:cNvPr id="68" name="图片 67" descr="b384e63d7c88ece4ac7bf74e49c9a0d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29355" y="1443355"/>
            <a:ext cx="193675" cy="193675"/>
          </a:xfrm>
          <a:prstGeom prst="rect">
            <a:avLst/>
          </a:prstGeom>
        </p:spPr>
      </p:pic>
      <p:pic>
        <p:nvPicPr>
          <p:cNvPr id="120" name="图片 119" descr="2c9059e3fb3c3b64a9f44a907323304b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687445" y="936625"/>
            <a:ext cx="234950" cy="234950"/>
          </a:xfrm>
          <a:prstGeom prst="rect">
            <a:avLst/>
          </a:prstGeom>
        </p:spPr>
      </p:pic>
      <p:sp>
        <p:nvSpPr>
          <p:cNvPr id="135" name="任意多边形 134"/>
          <p:cNvSpPr/>
          <p:nvPr/>
        </p:nvSpPr>
        <p:spPr>
          <a:xfrm>
            <a:off x="3770630" y="6332220"/>
            <a:ext cx="143510" cy="143510"/>
          </a:xfrm>
          <a:custGeom>
            <a:avLst/>
            <a:gdLst>
              <a:gd name="connisteX0" fmla="*/ 91686 w 143950"/>
              <a:gd name="connsiteY0" fmla="*/ 69729 h 143946"/>
              <a:gd name="connisteX1" fmla="*/ 105195 w 143950"/>
              <a:gd name="connsiteY1" fmla="*/ 66436 h 143946"/>
              <a:gd name="connisteX2" fmla="*/ 143950 w 143950"/>
              <a:gd name="connsiteY2" fmla="*/ 105191 h 143946"/>
              <a:gd name="connisteX3" fmla="*/ 143950 w 143950"/>
              <a:gd name="connsiteY3" fmla="*/ 127337 h 143946"/>
              <a:gd name="connisteX4" fmla="*/ 138413 w 143950"/>
              <a:gd name="connsiteY4" fmla="*/ 132873 h 143946"/>
              <a:gd name="connisteX5" fmla="*/ 105195 w 143950"/>
              <a:gd name="connsiteY5" fmla="*/ 132873 h 143946"/>
              <a:gd name="connisteX6" fmla="*/ 66436 w 143950"/>
              <a:gd name="connsiteY6" fmla="*/ 22145 h 143946"/>
              <a:gd name="connisteX7" fmla="*/ 44291 w 143950"/>
              <a:gd name="connsiteY7" fmla="*/ 44291 h 143946"/>
              <a:gd name="connisteX8" fmla="*/ 22145 w 143950"/>
              <a:gd name="connsiteY8" fmla="*/ 22145 h 143946"/>
              <a:gd name="connisteX9" fmla="*/ 44291 w 143950"/>
              <a:gd name="connsiteY9" fmla="*/ 0 h 143946"/>
              <a:gd name="connisteX10" fmla="*/ 66436 w 143950"/>
              <a:gd name="connsiteY10" fmla="*/ 22145 h 143946"/>
              <a:gd name="connisteX11" fmla="*/ 88582 w 143950"/>
              <a:gd name="connsiteY11" fmla="*/ 110728 h 143946"/>
              <a:gd name="connisteX12" fmla="*/ 88582 w 143950"/>
              <a:gd name="connsiteY12" fmla="*/ 138410 h 143946"/>
              <a:gd name="connisteX13" fmla="*/ 83046 w 143950"/>
              <a:gd name="connsiteY13" fmla="*/ 143946 h 143946"/>
              <a:gd name="connisteX14" fmla="*/ 5536 w 143950"/>
              <a:gd name="connsiteY14" fmla="*/ 143946 h 143946"/>
              <a:gd name="connisteX15" fmla="*/ 0 w 143950"/>
              <a:gd name="connsiteY15" fmla="*/ 138410 h 143946"/>
              <a:gd name="connisteX16" fmla="*/ 0 w 143950"/>
              <a:gd name="connsiteY16" fmla="*/ 110728 h 143946"/>
              <a:gd name="connisteX17" fmla="*/ 44291 w 143950"/>
              <a:gd name="connsiteY17" fmla="*/ 66436 h 143946"/>
              <a:gd name="connisteX18" fmla="*/ 88582 w 143950"/>
              <a:gd name="connsiteY18" fmla="*/ 110728 h 143946"/>
              <a:gd name="connisteX19" fmla="*/ 121806 w 143950"/>
              <a:gd name="connsiteY19" fmla="*/ 27682 h 143946"/>
              <a:gd name="connisteX20" fmla="*/ 105197 w 143950"/>
              <a:gd name="connsiteY20" fmla="*/ 44291 h 143946"/>
              <a:gd name="connisteX21" fmla="*/ 88588 w 143950"/>
              <a:gd name="connsiteY21" fmla="*/ 27682 h 143946"/>
              <a:gd name="connisteX22" fmla="*/ 105197 w 143950"/>
              <a:gd name="connsiteY22" fmla="*/ 11072 h 143946"/>
              <a:gd name="connisteX23" fmla="*/ 121806 w 143950"/>
              <a:gd name="connsiteY23" fmla="*/ 27682 h 143946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  <a:cxn ang="0">
                <a:pos x="connisteX9" y="connsiteY9"/>
              </a:cxn>
              <a:cxn ang="0">
                <a:pos x="connisteX10" y="connsiteY10"/>
              </a:cxn>
              <a:cxn ang="0">
                <a:pos x="connisteX11" y="connsiteY11"/>
              </a:cxn>
              <a:cxn ang="0">
                <a:pos x="connisteX12" y="connsiteY12"/>
              </a:cxn>
              <a:cxn ang="0">
                <a:pos x="connisteX13" y="connsiteY13"/>
              </a:cxn>
              <a:cxn ang="0">
                <a:pos x="connisteX14" y="connsiteY14"/>
              </a:cxn>
              <a:cxn ang="0">
                <a:pos x="connisteX15" y="connsiteY15"/>
              </a:cxn>
              <a:cxn ang="0">
                <a:pos x="connisteX16" y="connsiteY16"/>
              </a:cxn>
              <a:cxn ang="0">
                <a:pos x="connisteX17" y="connsiteY17"/>
              </a:cxn>
              <a:cxn ang="0">
                <a:pos x="connisteX18" y="connsiteY18"/>
              </a:cxn>
              <a:cxn ang="0">
                <a:pos x="connisteX19" y="connsiteY19"/>
              </a:cxn>
              <a:cxn ang="0">
                <a:pos x="connisteX20" y="connsiteY20"/>
              </a:cxn>
              <a:cxn ang="0">
                <a:pos x="connisteX21" y="connsiteY21"/>
              </a:cxn>
              <a:cxn ang="0">
                <a:pos x="connisteX22" y="connsiteY22"/>
              </a:cxn>
              <a:cxn ang="0">
                <a:pos x="connisteX23" y="connsiteY23"/>
              </a:cxn>
            </a:cxnLst>
            <a:rect l="l" t="t" r="r" b="b"/>
            <a:pathLst>
              <a:path w="143950" h="143947">
                <a:moveTo>
                  <a:pt x="91686" y="69729"/>
                </a:moveTo>
                <a:cubicBezTo>
                  <a:pt x="95330" y="67951"/>
                  <a:pt x="99250" y="66437"/>
                  <a:pt x="105195" y="66437"/>
                </a:cubicBezTo>
                <a:cubicBezTo>
                  <a:pt x="126599" y="66437"/>
                  <a:pt x="143950" y="83788"/>
                  <a:pt x="143950" y="105192"/>
                </a:cubicBezTo>
                <a:lnTo>
                  <a:pt x="143950" y="127337"/>
                </a:lnTo>
                <a:cubicBezTo>
                  <a:pt x="143950" y="130395"/>
                  <a:pt x="141472" y="132874"/>
                  <a:pt x="138414" y="132874"/>
                </a:cubicBezTo>
                <a:cubicBezTo>
                  <a:pt x="123810" y="132874"/>
                  <a:pt x="117396" y="132874"/>
                  <a:pt x="105195" y="132874"/>
                </a:cubicBezTo>
                <a:moveTo>
                  <a:pt x="66437" y="22146"/>
                </a:moveTo>
                <a:cubicBezTo>
                  <a:pt x="66437" y="34376"/>
                  <a:pt x="56522" y="44291"/>
                  <a:pt x="44291" y="44291"/>
                </a:cubicBezTo>
                <a:cubicBezTo>
                  <a:pt x="32060" y="44291"/>
                  <a:pt x="22146" y="34376"/>
                  <a:pt x="22146" y="22146"/>
                </a:cubicBezTo>
                <a:cubicBezTo>
                  <a:pt x="22146" y="9915"/>
                  <a:pt x="32060" y="0"/>
                  <a:pt x="44291" y="0"/>
                </a:cubicBezTo>
                <a:cubicBezTo>
                  <a:pt x="56522" y="0"/>
                  <a:pt x="66437" y="9915"/>
                  <a:pt x="66437" y="22146"/>
                </a:cubicBezTo>
                <a:moveTo>
                  <a:pt x="88583" y="110728"/>
                </a:moveTo>
                <a:lnTo>
                  <a:pt x="88583" y="138410"/>
                </a:lnTo>
                <a:cubicBezTo>
                  <a:pt x="88583" y="141468"/>
                  <a:pt x="86104" y="143947"/>
                  <a:pt x="83046" y="143947"/>
                </a:cubicBezTo>
                <a:lnTo>
                  <a:pt x="5536" y="143947"/>
                </a:lnTo>
                <a:cubicBezTo>
                  <a:pt x="2479" y="143947"/>
                  <a:pt x="0" y="141468"/>
                  <a:pt x="0" y="138410"/>
                </a:cubicBezTo>
                <a:lnTo>
                  <a:pt x="0" y="110728"/>
                </a:lnTo>
                <a:cubicBezTo>
                  <a:pt x="0" y="86267"/>
                  <a:pt x="19830" y="66437"/>
                  <a:pt x="44291" y="66437"/>
                </a:cubicBezTo>
                <a:cubicBezTo>
                  <a:pt x="68753" y="66437"/>
                  <a:pt x="88583" y="86267"/>
                  <a:pt x="88583" y="110728"/>
                </a:cubicBezTo>
                <a:moveTo>
                  <a:pt x="121806" y="27682"/>
                </a:moveTo>
                <a:cubicBezTo>
                  <a:pt x="121806" y="36855"/>
                  <a:pt x="114370" y="44291"/>
                  <a:pt x="105197" y="44291"/>
                </a:cubicBezTo>
                <a:cubicBezTo>
                  <a:pt x="96024" y="44291"/>
                  <a:pt x="88588" y="36855"/>
                  <a:pt x="88588" y="27682"/>
                </a:cubicBezTo>
                <a:cubicBezTo>
                  <a:pt x="88588" y="18509"/>
                  <a:pt x="96024" y="11073"/>
                  <a:pt x="105197" y="11073"/>
                </a:cubicBezTo>
                <a:cubicBezTo>
                  <a:pt x="114370" y="11073"/>
                  <a:pt x="121806" y="18509"/>
                  <a:pt x="121806" y="27682"/>
                </a:cubicBezTo>
              </a:path>
            </a:pathLst>
          </a:custGeom>
          <a:noFill/>
          <a:ln w="11073" cap="rnd">
            <a:solidFill>
              <a:srgbClr val="333333"/>
            </a:solidFill>
            <a:round/>
          </a:ln>
        </p:spPr>
        <p:txBody>
          <a:bodyPr/>
          <a:p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2411095" y="1207770"/>
            <a:ext cx="1525270" cy="171450"/>
          </a:xfrm>
          <a:prstGeom prst="rect">
            <a:avLst/>
          </a:prstGeom>
          <a:noFill/>
          <a:ln>
            <a:solidFill>
              <a:schemeClr val="bg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233680" y="21018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数据库界面（</a:t>
            </a:r>
            <a:r>
              <a:rPr lang="zh-CN" altLang="en-US"/>
              <a:t>没想好）</a:t>
            </a:r>
            <a:endParaRPr lang="zh-CN" altLang="en-US"/>
          </a:p>
        </p:txBody>
      </p:sp>
    </p:spTree>
    <p:custDataLst>
      <p:tags r:id="rId8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374265" y="706755"/>
            <a:ext cx="9576435" cy="582612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6" name="直接连接符 5"/>
          <p:cNvCxnSpPr/>
          <p:nvPr/>
        </p:nvCxnSpPr>
        <p:spPr>
          <a:xfrm flipH="1">
            <a:off x="3957320" y="873760"/>
            <a:ext cx="10160" cy="56489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2374265" y="883920"/>
            <a:ext cx="957643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2374265" y="706755"/>
            <a:ext cx="2271395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900"/>
              <a:t>logo  </a:t>
            </a:r>
            <a:r>
              <a:rPr lang="zh-CN" altLang="en-US" sz="900"/>
              <a:t>文件</a:t>
            </a:r>
            <a:r>
              <a:rPr lang="en-US" altLang="zh-CN" sz="900"/>
              <a:t>   </a:t>
            </a:r>
            <a:r>
              <a:rPr lang="zh-CN" altLang="en-US" sz="900"/>
              <a:t>编辑</a:t>
            </a:r>
            <a:r>
              <a:rPr lang="en-US" altLang="zh-CN" sz="900"/>
              <a:t>   </a:t>
            </a:r>
            <a:r>
              <a:rPr lang="zh-CN" altLang="en-US" sz="900"/>
              <a:t>视图</a:t>
            </a:r>
            <a:r>
              <a:rPr lang="en-US" altLang="zh-CN" sz="900"/>
              <a:t>    </a:t>
            </a:r>
            <a:r>
              <a:rPr lang="zh-CN" altLang="en-US" sz="900"/>
              <a:t>帮助与说明</a:t>
            </a:r>
            <a:endParaRPr lang="en-US" altLang="zh-CN" sz="900"/>
          </a:p>
        </p:txBody>
      </p:sp>
      <p:sp>
        <p:nvSpPr>
          <p:cNvPr id="11" name="文本框 10"/>
          <p:cNvSpPr txBox="1"/>
          <p:nvPr/>
        </p:nvSpPr>
        <p:spPr>
          <a:xfrm>
            <a:off x="11181080" y="696595"/>
            <a:ext cx="769620" cy="1771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900">
                <a:sym typeface="+mn-ea"/>
              </a:rPr>
              <a:t>-      =      x</a:t>
            </a:r>
            <a:endParaRPr lang="en-US" altLang="zh-CN" sz="900"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374265" y="6292850"/>
            <a:ext cx="1168400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900"/>
              <a:t>⚪</a:t>
            </a:r>
            <a:r>
              <a:rPr lang="en-US" altLang="zh-CN" sz="900"/>
              <a:t> user</a:t>
            </a:r>
            <a:r>
              <a:rPr lang="en-US" altLang="zh-CN" sz="900"/>
              <a:t>name</a:t>
            </a:r>
            <a:endParaRPr lang="en-US" altLang="zh-CN" sz="900"/>
          </a:p>
        </p:txBody>
      </p:sp>
      <p:pic>
        <p:nvPicPr>
          <p:cNvPr id="57" name="图片 56" descr="44ba6e67f05897cbadd4ef640f760400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/>
          <a:stretch>
            <a:fillRect/>
          </a:stretch>
        </p:blipFill>
        <p:spPr>
          <a:xfrm>
            <a:off x="3754120" y="6315710"/>
            <a:ext cx="177165" cy="177165"/>
          </a:xfrm>
          <a:prstGeom prst="rect">
            <a:avLst/>
          </a:prstGeom>
        </p:spPr>
      </p:pic>
      <p:sp>
        <p:nvSpPr>
          <p:cNvPr id="135" name="任意多边形 134"/>
          <p:cNvSpPr/>
          <p:nvPr/>
        </p:nvSpPr>
        <p:spPr>
          <a:xfrm>
            <a:off x="3770630" y="6332220"/>
            <a:ext cx="143510" cy="143510"/>
          </a:xfrm>
          <a:custGeom>
            <a:avLst/>
            <a:gdLst>
              <a:gd name="connisteX0" fmla="*/ 91686 w 143950"/>
              <a:gd name="connsiteY0" fmla="*/ 69729 h 143946"/>
              <a:gd name="connisteX1" fmla="*/ 105195 w 143950"/>
              <a:gd name="connsiteY1" fmla="*/ 66436 h 143946"/>
              <a:gd name="connisteX2" fmla="*/ 143950 w 143950"/>
              <a:gd name="connsiteY2" fmla="*/ 105191 h 143946"/>
              <a:gd name="connisteX3" fmla="*/ 143950 w 143950"/>
              <a:gd name="connsiteY3" fmla="*/ 127337 h 143946"/>
              <a:gd name="connisteX4" fmla="*/ 138413 w 143950"/>
              <a:gd name="connsiteY4" fmla="*/ 132873 h 143946"/>
              <a:gd name="connisteX5" fmla="*/ 105195 w 143950"/>
              <a:gd name="connsiteY5" fmla="*/ 132873 h 143946"/>
              <a:gd name="connisteX6" fmla="*/ 66436 w 143950"/>
              <a:gd name="connsiteY6" fmla="*/ 22145 h 143946"/>
              <a:gd name="connisteX7" fmla="*/ 44291 w 143950"/>
              <a:gd name="connsiteY7" fmla="*/ 44291 h 143946"/>
              <a:gd name="connisteX8" fmla="*/ 22145 w 143950"/>
              <a:gd name="connsiteY8" fmla="*/ 22145 h 143946"/>
              <a:gd name="connisteX9" fmla="*/ 44291 w 143950"/>
              <a:gd name="connsiteY9" fmla="*/ 0 h 143946"/>
              <a:gd name="connisteX10" fmla="*/ 66436 w 143950"/>
              <a:gd name="connsiteY10" fmla="*/ 22145 h 143946"/>
              <a:gd name="connisteX11" fmla="*/ 88582 w 143950"/>
              <a:gd name="connsiteY11" fmla="*/ 110728 h 143946"/>
              <a:gd name="connisteX12" fmla="*/ 88582 w 143950"/>
              <a:gd name="connsiteY12" fmla="*/ 138410 h 143946"/>
              <a:gd name="connisteX13" fmla="*/ 83046 w 143950"/>
              <a:gd name="connsiteY13" fmla="*/ 143946 h 143946"/>
              <a:gd name="connisteX14" fmla="*/ 5536 w 143950"/>
              <a:gd name="connsiteY14" fmla="*/ 143946 h 143946"/>
              <a:gd name="connisteX15" fmla="*/ 0 w 143950"/>
              <a:gd name="connsiteY15" fmla="*/ 138410 h 143946"/>
              <a:gd name="connisteX16" fmla="*/ 0 w 143950"/>
              <a:gd name="connsiteY16" fmla="*/ 110728 h 143946"/>
              <a:gd name="connisteX17" fmla="*/ 44291 w 143950"/>
              <a:gd name="connsiteY17" fmla="*/ 66436 h 143946"/>
              <a:gd name="connisteX18" fmla="*/ 88582 w 143950"/>
              <a:gd name="connsiteY18" fmla="*/ 110728 h 143946"/>
              <a:gd name="connisteX19" fmla="*/ 121806 w 143950"/>
              <a:gd name="connsiteY19" fmla="*/ 27682 h 143946"/>
              <a:gd name="connisteX20" fmla="*/ 105197 w 143950"/>
              <a:gd name="connsiteY20" fmla="*/ 44291 h 143946"/>
              <a:gd name="connisteX21" fmla="*/ 88588 w 143950"/>
              <a:gd name="connsiteY21" fmla="*/ 27682 h 143946"/>
              <a:gd name="connisteX22" fmla="*/ 105197 w 143950"/>
              <a:gd name="connsiteY22" fmla="*/ 11072 h 143946"/>
              <a:gd name="connisteX23" fmla="*/ 121806 w 143950"/>
              <a:gd name="connsiteY23" fmla="*/ 27682 h 143946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  <a:cxn ang="0">
                <a:pos x="connisteX9" y="connsiteY9"/>
              </a:cxn>
              <a:cxn ang="0">
                <a:pos x="connisteX10" y="connsiteY10"/>
              </a:cxn>
              <a:cxn ang="0">
                <a:pos x="connisteX11" y="connsiteY11"/>
              </a:cxn>
              <a:cxn ang="0">
                <a:pos x="connisteX12" y="connsiteY12"/>
              </a:cxn>
              <a:cxn ang="0">
                <a:pos x="connisteX13" y="connsiteY13"/>
              </a:cxn>
              <a:cxn ang="0">
                <a:pos x="connisteX14" y="connsiteY14"/>
              </a:cxn>
              <a:cxn ang="0">
                <a:pos x="connisteX15" y="connsiteY15"/>
              </a:cxn>
              <a:cxn ang="0">
                <a:pos x="connisteX16" y="connsiteY16"/>
              </a:cxn>
              <a:cxn ang="0">
                <a:pos x="connisteX17" y="connsiteY17"/>
              </a:cxn>
              <a:cxn ang="0">
                <a:pos x="connisteX18" y="connsiteY18"/>
              </a:cxn>
              <a:cxn ang="0">
                <a:pos x="connisteX19" y="connsiteY19"/>
              </a:cxn>
              <a:cxn ang="0">
                <a:pos x="connisteX20" y="connsiteY20"/>
              </a:cxn>
              <a:cxn ang="0">
                <a:pos x="connisteX21" y="connsiteY21"/>
              </a:cxn>
              <a:cxn ang="0">
                <a:pos x="connisteX22" y="connsiteY22"/>
              </a:cxn>
              <a:cxn ang="0">
                <a:pos x="connisteX23" y="connsiteY23"/>
              </a:cxn>
            </a:cxnLst>
            <a:rect l="l" t="t" r="r" b="b"/>
            <a:pathLst>
              <a:path w="143950" h="143947">
                <a:moveTo>
                  <a:pt x="91686" y="69729"/>
                </a:moveTo>
                <a:cubicBezTo>
                  <a:pt x="95330" y="67951"/>
                  <a:pt x="99250" y="66437"/>
                  <a:pt x="105195" y="66437"/>
                </a:cubicBezTo>
                <a:cubicBezTo>
                  <a:pt x="126599" y="66437"/>
                  <a:pt x="143950" y="83788"/>
                  <a:pt x="143950" y="105192"/>
                </a:cubicBezTo>
                <a:lnTo>
                  <a:pt x="143950" y="127337"/>
                </a:lnTo>
                <a:cubicBezTo>
                  <a:pt x="143950" y="130395"/>
                  <a:pt x="141472" y="132874"/>
                  <a:pt x="138414" y="132874"/>
                </a:cubicBezTo>
                <a:cubicBezTo>
                  <a:pt x="123810" y="132874"/>
                  <a:pt x="117396" y="132874"/>
                  <a:pt x="105195" y="132874"/>
                </a:cubicBezTo>
                <a:moveTo>
                  <a:pt x="66437" y="22146"/>
                </a:moveTo>
                <a:cubicBezTo>
                  <a:pt x="66437" y="34376"/>
                  <a:pt x="56522" y="44291"/>
                  <a:pt x="44291" y="44291"/>
                </a:cubicBezTo>
                <a:cubicBezTo>
                  <a:pt x="32060" y="44291"/>
                  <a:pt x="22146" y="34376"/>
                  <a:pt x="22146" y="22146"/>
                </a:cubicBezTo>
                <a:cubicBezTo>
                  <a:pt x="22146" y="9915"/>
                  <a:pt x="32060" y="0"/>
                  <a:pt x="44291" y="0"/>
                </a:cubicBezTo>
                <a:cubicBezTo>
                  <a:pt x="56522" y="0"/>
                  <a:pt x="66437" y="9915"/>
                  <a:pt x="66437" y="22146"/>
                </a:cubicBezTo>
                <a:moveTo>
                  <a:pt x="88583" y="110728"/>
                </a:moveTo>
                <a:lnTo>
                  <a:pt x="88583" y="138410"/>
                </a:lnTo>
                <a:cubicBezTo>
                  <a:pt x="88583" y="141468"/>
                  <a:pt x="86104" y="143947"/>
                  <a:pt x="83046" y="143947"/>
                </a:cubicBezTo>
                <a:lnTo>
                  <a:pt x="5536" y="143947"/>
                </a:lnTo>
                <a:cubicBezTo>
                  <a:pt x="2479" y="143947"/>
                  <a:pt x="0" y="141468"/>
                  <a:pt x="0" y="138410"/>
                </a:cubicBezTo>
                <a:lnTo>
                  <a:pt x="0" y="110728"/>
                </a:lnTo>
                <a:cubicBezTo>
                  <a:pt x="0" y="86267"/>
                  <a:pt x="19830" y="66437"/>
                  <a:pt x="44291" y="66437"/>
                </a:cubicBezTo>
                <a:cubicBezTo>
                  <a:pt x="68753" y="66437"/>
                  <a:pt x="88583" y="86267"/>
                  <a:pt x="88583" y="110728"/>
                </a:cubicBezTo>
                <a:moveTo>
                  <a:pt x="121806" y="27682"/>
                </a:moveTo>
                <a:cubicBezTo>
                  <a:pt x="121806" y="36855"/>
                  <a:pt x="114370" y="44291"/>
                  <a:pt x="105197" y="44291"/>
                </a:cubicBezTo>
                <a:cubicBezTo>
                  <a:pt x="96024" y="44291"/>
                  <a:pt x="88588" y="36855"/>
                  <a:pt x="88588" y="27682"/>
                </a:cubicBezTo>
                <a:cubicBezTo>
                  <a:pt x="88588" y="18509"/>
                  <a:pt x="96024" y="11073"/>
                  <a:pt x="105197" y="11073"/>
                </a:cubicBezTo>
                <a:cubicBezTo>
                  <a:pt x="114370" y="11073"/>
                  <a:pt x="121806" y="18509"/>
                  <a:pt x="121806" y="27682"/>
                </a:cubicBezTo>
              </a:path>
            </a:pathLst>
          </a:custGeom>
          <a:noFill/>
          <a:ln w="11073" cap="rnd">
            <a:solidFill>
              <a:srgbClr val="333333"/>
            </a:solidFill>
            <a:round/>
          </a:ln>
        </p:spPr>
        <p:txBody>
          <a:bodyPr/>
          <a:p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2374265" y="947420"/>
            <a:ext cx="1168400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900"/>
              <a:t>⚙</a:t>
            </a:r>
            <a:r>
              <a:rPr lang="en-US" altLang="zh-CN" sz="900"/>
              <a:t> </a:t>
            </a:r>
            <a:r>
              <a:rPr lang="zh-CN" altLang="en-US" sz="900"/>
              <a:t>一般设置</a:t>
            </a:r>
            <a:r>
              <a:rPr lang="en-US" altLang="zh-CN" sz="900"/>
              <a:t>&gt;</a:t>
            </a:r>
            <a:endParaRPr lang="en-US" altLang="zh-CN" sz="900"/>
          </a:p>
        </p:txBody>
      </p:sp>
      <p:sp>
        <p:nvSpPr>
          <p:cNvPr id="4" name="文本框 3"/>
          <p:cNvSpPr txBox="1"/>
          <p:nvPr/>
        </p:nvSpPr>
        <p:spPr>
          <a:xfrm>
            <a:off x="2374265" y="1188085"/>
            <a:ext cx="1168400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900"/>
              <a:t>常规</a:t>
            </a:r>
            <a:endParaRPr lang="zh-CN" altLang="en-US" sz="900"/>
          </a:p>
        </p:txBody>
      </p:sp>
      <p:sp>
        <p:nvSpPr>
          <p:cNvPr id="8" name="文本框 7"/>
          <p:cNvSpPr txBox="1"/>
          <p:nvPr/>
        </p:nvSpPr>
        <p:spPr>
          <a:xfrm>
            <a:off x="2374265" y="1417955"/>
            <a:ext cx="1168400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900"/>
              <a:t>人格与</a:t>
            </a:r>
            <a:r>
              <a:rPr lang="zh-CN" altLang="en-US" sz="900"/>
              <a:t>记忆</a:t>
            </a:r>
            <a:endParaRPr lang="zh-CN" altLang="en-US" sz="900"/>
          </a:p>
        </p:txBody>
      </p:sp>
      <p:sp>
        <p:nvSpPr>
          <p:cNvPr id="9" name="文本框 8"/>
          <p:cNvSpPr txBox="1"/>
          <p:nvPr/>
        </p:nvSpPr>
        <p:spPr>
          <a:xfrm>
            <a:off x="2374265" y="1647825"/>
            <a:ext cx="1168400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900"/>
              <a:t>数据库</a:t>
            </a:r>
            <a:r>
              <a:rPr lang="zh-CN" altLang="en-US" sz="900"/>
              <a:t>设置</a:t>
            </a:r>
            <a:endParaRPr lang="zh-CN" altLang="en-US" sz="900"/>
          </a:p>
        </p:txBody>
      </p:sp>
      <p:sp>
        <p:nvSpPr>
          <p:cNvPr id="12" name="文本框 11"/>
          <p:cNvSpPr txBox="1"/>
          <p:nvPr/>
        </p:nvSpPr>
        <p:spPr>
          <a:xfrm>
            <a:off x="2374265" y="1888490"/>
            <a:ext cx="1168400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900"/>
              <a:t>安全配置</a:t>
            </a:r>
            <a:endParaRPr lang="zh-CN" altLang="en-US" sz="900"/>
          </a:p>
        </p:txBody>
      </p:sp>
      <p:sp>
        <p:nvSpPr>
          <p:cNvPr id="13" name="文本框 12"/>
          <p:cNvSpPr txBox="1"/>
          <p:nvPr/>
        </p:nvSpPr>
        <p:spPr>
          <a:xfrm>
            <a:off x="2374265" y="2129155"/>
            <a:ext cx="1168400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900"/>
              <a:t>用量</a:t>
            </a:r>
            <a:r>
              <a:rPr lang="zh-CN" altLang="en-US" sz="900"/>
              <a:t>分析</a:t>
            </a:r>
            <a:endParaRPr lang="zh-CN" altLang="en-US" sz="900"/>
          </a:p>
        </p:txBody>
      </p:sp>
      <p:sp>
        <p:nvSpPr>
          <p:cNvPr id="14" name="文本框 13"/>
          <p:cNvSpPr txBox="1"/>
          <p:nvPr/>
        </p:nvSpPr>
        <p:spPr>
          <a:xfrm>
            <a:off x="2374265" y="4126230"/>
            <a:ext cx="1168400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900"/>
              <a:t>插件</a:t>
            </a:r>
            <a:endParaRPr lang="zh-CN" altLang="en-US" sz="900"/>
          </a:p>
        </p:txBody>
      </p:sp>
      <p:sp>
        <p:nvSpPr>
          <p:cNvPr id="15" name="文本框 14"/>
          <p:cNvSpPr txBox="1"/>
          <p:nvPr/>
        </p:nvSpPr>
        <p:spPr>
          <a:xfrm>
            <a:off x="2374265" y="2348230"/>
            <a:ext cx="1168400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900"/>
              <a:t>专家角色</a:t>
            </a:r>
            <a:r>
              <a:rPr lang="zh-CN" altLang="en-US" sz="900"/>
              <a:t>分配</a:t>
            </a:r>
            <a:endParaRPr lang="zh-CN" altLang="en-US" sz="900"/>
          </a:p>
        </p:txBody>
      </p:sp>
      <p:sp>
        <p:nvSpPr>
          <p:cNvPr id="16" name="文本框 15"/>
          <p:cNvSpPr txBox="1"/>
          <p:nvPr/>
        </p:nvSpPr>
        <p:spPr>
          <a:xfrm>
            <a:off x="2374265" y="6062980"/>
            <a:ext cx="1168400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900"/>
              <a:t>🔑</a:t>
            </a:r>
            <a:r>
              <a:rPr lang="en-US" altLang="zh-CN" sz="900"/>
              <a:t> Api Key</a:t>
            </a:r>
            <a:r>
              <a:rPr lang="zh-CN" altLang="en-US" sz="900"/>
              <a:t>服务</a:t>
            </a:r>
            <a:endParaRPr lang="zh-CN" altLang="en-US" sz="900"/>
          </a:p>
        </p:txBody>
      </p:sp>
      <p:sp>
        <p:nvSpPr>
          <p:cNvPr id="17" name="文本框 16"/>
          <p:cNvSpPr txBox="1"/>
          <p:nvPr/>
        </p:nvSpPr>
        <p:spPr>
          <a:xfrm>
            <a:off x="2374265" y="3885565"/>
            <a:ext cx="1168400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900"/>
              <a:t>环境</a:t>
            </a:r>
            <a:r>
              <a:rPr lang="zh-CN" altLang="en-US" sz="900"/>
              <a:t>配置</a:t>
            </a:r>
            <a:endParaRPr lang="zh-CN" altLang="en-US" sz="900"/>
          </a:p>
        </p:txBody>
      </p:sp>
      <p:sp>
        <p:nvSpPr>
          <p:cNvPr id="18" name="文本框 17"/>
          <p:cNvSpPr txBox="1"/>
          <p:nvPr/>
        </p:nvSpPr>
        <p:spPr>
          <a:xfrm>
            <a:off x="2374265" y="3046095"/>
            <a:ext cx="1168400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900"/>
              <a:t>快捷键</a:t>
            </a:r>
            <a:endParaRPr lang="zh-CN" altLang="en-US" sz="900"/>
          </a:p>
        </p:txBody>
      </p:sp>
      <p:sp>
        <p:nvSpPr>
          <p:cNvPr id="19" name="文本框 18"/>
          <p:cNvSpPr txBox="1"/>
          <p:nvPr/>
        </p:nvSpPr>
        <p:spPr>
          <a:xfrm>
            <a:off x="2374265" y="3644900"/>
            <a:ext cx="1168400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900"/>
              <a:t>内置浏览器</a:t>
            </a:r>
            <a:endParaRPr lang="zh-CN" altLang="en-US" sz="900"/>
          </a:p>
        </p:txBody>
      </p:sp>
      <p:sp>
        <p:nvSpPr>
          <p:cNvPr id="20" name="文本框 19"/>
          <p:cNvSpPr txBox="1"/>
          <p:nvPr/>
        </p:nvSpPr>
        <p:spPr>
          <a:xfrm>
            <a:off x="2374265" y="2578100"/>
            <a:ext cx="1168400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900"/>
              <a:t>会议秘书</a:t>
            </a:r>
            <a:endParaRPr lang="zh-CN" altLang="en-US" sz="900"/>
          </a:p>
        </p:txBody>
      </p:sp>
      <p:sp>
        <p:nvSpPr>
          <p:cNvPr id="21" name="文本框 20"/>
          <p:cNvSpPr txBox="1"/>
          <p:nvPr/>
        </p:nvSpPr>
        <p:spPr>
          <a:xfrm>
            <a:off x="2374265" y="2807970"/>
            <a:ext cx="1168400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900"/>
              <a:t>全局</a:t>
            </a:r>
            <a:r>
              <a:rPr lang="zh-CN" altLang="en-US" sz="900"/>
              <a:t>助手</a:t>
            </a:r>
            <a:endParaRPr lang="zh-CN" altLang="en-US" sz="900"/>
          </a:p>
        </p:txBody>
      </p:sp>
      <p:sp>
        <p:nvSpPr>
          <p:cNvPr id="101" name="文本框 100"/>
          <p:cNvSpPr txBox="1"/>
          <p:nvPr/>
        </p:nvSpPr>
        <p:spPr>
          <a:xfrm>
            <a:off x="218440" y="209550"/>
            <a:ext cx="1944370" cy="3048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设置</a:t>
            </a:r>
            <a:r>
              <a:rPr lang="zh-CN" altLang="en-US"/>
              <a:t>界面</a:t>
            </a:r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2374265" y="3404235"/>
            <a:ext cx="1168400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900"/>
              <a:t>⚙</a:t>
            </a:r>
            <a:r>
              <a:rPr lang="en-US" altLang="zh-CN" sz="900"/>
              <a:t> </a:t>
            </a:r>
            <a:r>
              <a:rPr lang="zh-CN" altLang="en-US" sz="900"/>
              <a:t>集成</a:t>
            </a:r>
            <a:r>
              <a:rPr lang="zh-CN" altLang="en-US" sz="900"/>
              <a:t>功能</a:t>
            </a:r>
            <a:endParaRPr lang="zh-CN" altLang="en-US" sz="900"/>
          </a:p>
        </p:txBody>
      </p:sp>
    </p:spTree>
    <p:custDataLst>
      <p:tags r:id="rId2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374265" y="706755"/>
            <a:ext cx="9576435" cy="582612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6" name="直接连接符 5"/>
          <p:cNvCxnSpPr/>
          <p:nvPr/>
        </p:nvCxnSpPr>
        <p:spPr>
          <a:xfrm flipH="1">
            <a:off x="3957320" y="873760"/>
            <a:ext cx="10160" cy="56489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2374265" y="883920"/>
            <a:ext cx="957643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2374265" y="706755"/>
            <a:ext cx="2271395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900"/>
              <a:t>logo  </a:t>
            </a:r>
            <a:r>
              <a:rPr lang="zh-CN" altLang="en-US" sz="900"/>
              <a:t>文件</a:t>
            </a:r>
            <a:r>
              <a:rPr lang="en-US" altLang="zh-CN" sz="900"/>
              <a:t>   </a:t>
            </a:r>
            <a:r>
              <a:rPr lang="zh-CN" altLang="en-US" sz="900"/>
              <a:t>编辑</a:t>
            </a:r>
            <a:r>
              <a:rPr lang="en-US" altLang="zh-CN" sz="900"/>
              <a:t>   </a:t>
            </a:r>
            <a:r>
              <a:rPr lang="zh-CN" altLang="en-US" sz="900"/>
              <a:t>视图</a:t>
            </a:r>
            <a:r>
              <a:rPr lang="en-US" altLang="zh-CN" sz="900"/>
              <a:t>    </a:t>
            </a:r>
            <a:r>
              <a:rPr lang="zh-CN" altLang="en-US" sz="900"/>
              <a:t>帮助与说明</a:t>
            </a:r>
            <a:endParaRPr lang="en-US" altLang="zh-CN" sz="900"/>
          </a:p>
        </p:txBody>
      </p:sp>
      <p:sp>
        <p:nvSpPr>
          <p:cNvPr id="11" name="文本框 10"/>
          <p:cNvSpPr txBox="1"/>
          <p:nvPr/>
        </p:nvSpPr>
        <p:spPr>
          <a:xfrm>
            <a:off x="11181080" y="696595"/>
            <a:ext cx="769620" cy="1771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900">
                <a:sym typeface="+mn-ea"/>
              </a:rPr>
              <a:t>-      =      x</a:t>
            </a:r>
            <a:endParaRPr lang="en-US" altLang="zh-CN" sz="900"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374265" y="706755"/>
            <a:ext cx="9576435" cy="582612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6" name="直接连接符 5"/>
          <p:cNvCxnSpPr/>
          <p:nvPr/>
        </p:nvCxnSpPr>
        <p:spPr>
          <a:xfrm flipH="1">
            <a:off x="3957320" y="873760"/>
            <a:ext cx="10160" cy="56489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2374265" y="883920"/>
            <a:ext cx="957643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2374265" y="706755"/>
            <a:ext cx="2271395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900"/>
              <a:t>logo  </a:t>
            </a:r>
            <a:r>
              <a:rPr lang="zh-CN" altLang="en-US" sz="900"/>
              <a:t>文件</a:t>
            </a:r>
            <a:r>
              <a:rPr lang="en-US" altLang="zh-CN" sz="900"/>
              <a:t>   </a:t>
            </a:r>
            <a:r>
              <a:rPr lang="zh-CN" altLang="en-US" sz="900"/>
              <a:t>编辑</a:t>
            </a:r>
            <a:r>
              <a:rPr lang="en-US" altLang="zh-CN" sz="900"/>
              <a:t>   </a:t>
            </a:r>
            <a:r>
              <a:rPr lang="zh-CN" altLang="en-US" sz="900"/>
              <a:t>视图</a:t>
            </a:r>
            <a:r>
              <a:rPr lang="en-US" altLang="zh-CN" sz="900"/>
              <a:t>    </a:t>
            </a:r>
            <a:r>
              <a:rPr lang="zh-CN" altLang="en-US" sz="900"/>
              <a:t>帮助与说明</a:t>
            </a:r>
            <a:endParaRPr lang="en-US" altLang="zh-CN" sz="900"/>
          </a:p>
        </p:txBody>
      </p:sp>
      <p:sp>
        <p:nvSpPr>
          <p:cNvPr id="11" name="文本框 10"/>
          <p:cNvSpPr txBox="1"/>
          <p:nvPr/>
        </p:nvSpPr>
        <p:spPr>
          <a:xfrm>
            <a:off x="11181080" y="696595"/>
            <a:ext cx="769620" cy="1771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900">
                <a:sym typeface="+mn-ea"/>
              </a:rPr>
              <a:t>-      =      x</a:t>
            </a:r>
            <a:endParaRPr lang="en-US" altLang="zh-CN" sz="900"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DOCER_RESOURCE_TRACE_INFO" val="{&quot;id&quot;:&quot;50059442&quot;,&quot;origin&quot;:0,&quot;type&quot;:&quot;icons&quot;,&quot;user&quot;:&quot;1153308433&quot;}"/>
</p:tagLst>
</file>

<file path=ppt/tags/tag64.xml><?xml version="1.0" encoding="utf-8"?>
<p:tagLst xmlns:p="http://schemas.openxmlformats.org/presentationml/2006/main">
  <p:tag name="KSO_DOCER_RESOURCE_TRACE_INFO" val="{&quot;id&quot;:&quot;50063337&quot;,&quot;origin&quot;:0,&quot;type&quot;:&quot;icons&quot;,&quot;user&quot;:&quot;1153308433&quot;}"/>
</p:tagLst>
</file>

<file path=ppt/tags/tag65.xml><?xml version="1.0" encoding="utf-8"?>
<p:tagLst xmlns:p="http://schemas.openxmlformats.org/presentationml/2006/main">
  <p:tag name="KSO_DOCER_RESOURCE_TRACE_INFO" val="{&quot;id&quot;:&quot;50059395&quot;,&quot;origin&quot;:0,&quot;type&quot;:&quot;icons&quot;,&quot;user&quot;:&quot;1153308433&quot;}"/>
</p:tagLst>
</file>

<file path=ppt/tags/tag66.xml><?xml version="1.0" encoding="utf-8"?>
<p:tagLst xmlns:p="http://schemas.openxmlformats.org/presentationml/2006/main">
  <p:tag name="KSO_DOCER_RESOURCE_TRACE_INFO" val="{&quot;id&quot;:&quot;50062367&quot;,&quot;origin&quot;:0,&quot;type&quot;:&quot;icons&quot;,&quot;user&quot;:&quot;1153308433&quot;}"/>
</p:tagLst>
</file>

<file path=ppt/tags/tag67.xml><?xml version="1.0" encoding="utf-8"?>
<p:tagLst xmlns:p="http://schemas.openxmlformats.org/presentationml/2006/main">
  <p:tag name="KSO_DOCER_RESOURCE_TRACE_INFO" val="{&quot;id&quot;:&quot;50062362&quot;,&quot;origin&quot;:0,&quot;type&quot;:&quot;icons&quot;,&quot;user&quot;:&quot;1153308433&quot;}"/>
</p:tagLst>
</file>

<file path=ppt/tags/tag6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  <p:tag name="resource_record_key" val="{&quot;10&quot;:[50062281,50059442,50063337,50059395,50062367],&quot;65&quot;:[20205081]}"/>
</p:tagLst>
</file>

<file path=ppt/tags/tag69.xml><?xml version="1.0" encoding="utf-8"?>
<p:tagLst xmlns:p="http://schemas.openxmlformats.org/presentationml/2006/main">
  <p:tag name="KSO_DOCER_RESOURCE_TRACE_INFO" val="{&quot;id&quot;:&quot;50062367&quot;,&quot;origin&quot;:0,&quot;type&quot;:&quot;icons&quot;,&quot;user&quot;:&quot;1153308433&quot;}"/>
</p:tagLst>
</file>

<file path=ppt/tags/tag70.xml><?xml version="1.0" encoding="utf-8"?>
<p:tagLst xmlns:p="http://schemas.openxmlformats.org/presentationml/2006/main">
  <p:tag name="KSO_DOCER_RESOURCE_TRACE_INFO" val="{&quot;id&quot;:&quot;50062362&quot;,&quot;origin&quot;:0,&quot;type&quot;:&quot;icons&quot;,&quot;user&quot;:&quot;1153308433&quot;}"/>
</p:tagLst>
</file>

<file path=ppt/tags/tag71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  <p:tag name="resource_record_key" val="{&quot;10&quot;:[50062281,50059442,50063337,50059395,50062362],&quot;65&quot;:[20205081]}"/>
</p:tagLst>
</file>

<file path=ppt/tags/tag72.xml><?xml version="1.0" encoding="utf-8"?>
<p:tagLst xmlns:p="http://schemas.openxmlformats.org/presentationml/2006/main">
  <p:tag name="KSO_DOCER_RESOURCE_TRACE_INFO" val="{&quot;id&quot;:&quot;50063379&quot;,&quot;origin&quot;:0,&quot;type&quot;:&quot;icons&quot;,&quot;user&quot;:&quot;1153308433&quot;}"/>
</p:tagLst>
</file>

<file path=ppt/tags/tag7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  <p:tag name="resource_record_key" val="{&quot;10&quot;:[50063379],&quot;65&quot;:[20205081]}"/>
</p:tagLst>
</file>

<file path=ppt/tags/tag74.xml><?xml version="1.0" encoding="utf-8"?>
<p:tagLst xmlns:p="http://schemas.openxmlformats.org/presentationml/2006/main">
  <p:tag name="KSO_DOCER_RESOURCE_TRACE_INFO" val="{&quot;id&quot;:&quot;50059395&quot;,&quot;origin&quot;:0,&quot;type&quot;:&quot;icons&quot;,&quot;user&quot;:&quot;1153308433&quot;}"/>
</p:tagLst>
</file>

<file path=ppt/tags/tag75.xml><?xml version="1.0" encoding="utf-8"?>
<p:tagLst xmlns:p="http://schemas.openxmlformats.org/presentationml/2006/main">
  <p:tag name="KSO_DOCER_RESOURCE_TRACE_INFO" val="{&quot;id&quot;:&quot;50062367&quot;,&quot;origin&quot;:0,&quot;type&quot;:&quot;icons&quot;,&quot;user&quot;:&quot;1153308433&quot;}"/>
</p:tagLst>
</file>

<file path=ppt/tags/tag76.xml><?xml version="1.0" encoding="utf-8"?>
<p:tagLst xmlns:p="http://schemas.openxmlformats.org/presentationml/2006/main">
  <p:tag name="KSO_DOCER_RESOURCE_TRACE_INFO" val="{&quot;id&quot;:&quot;50062362&quot;,&quot;origin&quot;:0,&quot;type&quot;:&quot;icons&quot;,&quot;user&quot;:&quot;1153308433&quot;}"/>
</p:tagLst>
</file>

<file path=ppt/tags/tag7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8.xml><?xml version="1.0" encoding="utf-8"?>
<p:tagLst xmlns:p="http://schemas.openxmlformats.org/presentationml/2006/main">
  <p:tag name="KSO_DOCER_RESOURCE_TRACE_INFO" val="{&quot;id&quot;:&quot;50059395&quot;,&quot;origin&quot;:0,&quot;type&quot;:&quot;icons&quot;,&quot;user&quot;:&quot;1153308433&quot;}"/>
</p:tagLst>
</file>

<file path=ppt/tags/tag79.xml><?xml version="1.0" encoding="utf-8"?>
<p:tagLst xmlns:p="http://schemas.openxmlformats.org/presentationml/2006/main">
  <p:tag name="KSO_DOCER_RESOURCE_TRACE_INFO" val="{&quot;id&quot;:&quot;50062367&quot;,&quot;origin&quot;:0,&quot;type&quot;:&quot;icons&quot;,&quot;user&quot;:&quot;1153308433&quot;}"/>
</p:tagLst>
</file>

<file path=ppt/tags/tag80.xml><?xml version="1.0" encoding="utf-8"?>
<p:tagLst xmlns:p="http://schemas.openxmlformats.org/presentationml/2006/main">
  <p:tag name="KSO_DOCER_RESOURCE_TRACE_INFO" val="{&quot;id&quot;:&quot;50062362&quot;,&quot;origin&quot;:0,&quot;type&quot;:&quot;icons&quot;,&quot;user&quot;:&quot;1153308433&quot;}"/>
</p:tagLst>
</file>

<file path=ppt/tags/tag81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2.xml><?xml version="1.0" encoding="utf-8"?>
<p:tagLst xmlns:p="http://schemas.openxmlformats.org/presentationml/2006/main">
  <p:tag name="KSO_DOCER_RESOURCE_TRACE_INFO" val="{&quot;id&quot;:&quot;50059395&quot;,&quot;origin&quot;:0,&quot;type&quot;:&quot;icons&quot;,&quot;user&quot;:&quot;1153308433&quot;}"/>
</p:tagLst>
</file>

<file path=ppt/tags/tag8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6.xml><?xml version="1.0" encoding="utf-8"?>
<p:tagLst xmlns:p="http://schemas.openxmlformats.org/presentationml/2006/main">
  <p:tag name="resource_record_key" val="{&quot;10&quot;:[50062281,50059442,50063337,50059395,50062367,50062362,50063379],&quot;65&quot;:[20205081]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3815</Words>
  <Application>WPS 演示</Application>
  <PresentationFormat>宽屏</PresentationFormat>
  <Paragraphs>850</Paragraphs>
  <Slides>8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6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Little_sheep</cp:lastModifiedBy>
  <cp:revision>615</cp:revision>
  <dcterms:created xsi:type="dcterms:W3CDTF">2019-06-19T02:08:00Z</dcterms:created>
  <dcterms:modified xsi:type="dcterms:W3CDTF">2026-09-17T04:27:38Z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45846674D3AF4A1284AFACB6DEBFB991_11</vt:lpwstr>
  </property>
</Properties>
</file>